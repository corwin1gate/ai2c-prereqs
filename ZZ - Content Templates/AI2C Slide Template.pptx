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9"/>
  </p:notesMasterIdLst>
  <p:sldIdLst>
    <p:sldId id="3912" r:id="rId6"/>
    <p:sldId id="3911" r:id="rId7"/>
    <p:sldId id="391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231BA45-897E-6944-6087-6240165B50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Background pattern&#10;&#10;Description automatically generated">
            <a:extLst>
              <a:ext uri="{FF2B5EF4-FFF2-40B4-BE49-F238E27FC236}">
                <a16:creationId xmlns:a16="http://schemas.microsoft.com/office/drawing/2014/main" id="{EFA9AB53-35E7-C986-455E-730DAE713E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115556" y="-483657"/>
            <a:ext cx="12423112" cy="7825313"/>
          </a:xfrm>
          <a:prstGeom prst="rect">
            <a:avLst/>
          </a:prstGeom>
        </p:spPr>
      </p:pic>
      <p:sp>
        <p:nvSpPr>
          <p:cNvPr id="21" name="Title 8">
            <a:extLst>
              <a:ext uri="{FF2B5EF4-FFF2-40B4-BE49-F238E27FC236}">
                <a16:creationId xmlns:a16="http://schemas.microsoft.com/office/drawing/2014/main" id="{26398B79-7AE7-E707-3549-4CD4F080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538" y="3680024"/>
            <a:ext cx="7320923" cy="1074430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2A7EB2-87FC-606E-828A-422F1E7B2E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15445" y="770531"/>
            <a:ext cx="2961105" cy="281716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AFC274F-F310-77BE-AF72-9B8AFFBA6466}"/>
              </a:ext>
            </a:extLst>
          </p:cNvPr>
          <p:cNvSpPr/>
          <p:nvPr userDrawn="1"/>
        </p:nvSpPr>
        <p:spPr>
          <a:xfrm rot="16200000" flipH="1">
            <a:off x="6073139" y="2424835"/>
            <a:ext cx="45719" cy="4891178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72ED0BC-883A-C17C-E031-E04D8CE2FC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29" y="5982359"/>
            <a:ext cx="557144" cy="71888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80E53E-70AC-F7DF-8E6E-BD27686CC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35225" y="5013526"/>
            <a:ext cx="7321550" cy="628650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  <a:latin typeface="US Army" panose="020B0506030202020204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324381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4A36218-E873-F83C-6F2E-A864E3134EFE}"/>
              </a:ext>
            </a:extLst>
          </p:cNvPr>
          <p:cNvSpPr/>
          <p:nvPr userDrawn="1"/>
        </p:nvSpPr>
        <p:spPr>
          <a:xfrm>
            <a:off x="1981200" y="0"/>
            <a:ext cx="8229600" cy="6858000"/>
          </a:xfrm>
          <a:custGeom>
            <a:avLst/>
            <a:gdLst>
              <a:gd name="connsiteX0" fmla="*/ 1840605 w 8229600"/>
              <a:gd name="connsiteY0" fmla="*/ 0 h 6858000"/>
              <a:gd name="connsiteX1" fmla="*/ 6388995 w 8229600"/>
              <a:gd name="connsiteY1" fmla="*/ 0 h 6858000"/>
              <a:gd name="connsiteX2" fmla="*/ 6415424 w 8229600"/>
              <a:gd name="connsiteY2" fmla="*/ 16943 h 6858000"/>
              <a:gd name="connsiteX3" fmla="*/ 8229600 w 8229600"/>
              <a:gd name="connsiteY3" fmla="*/ 3429000 h 6858000"/>
              <a:gd name="connsiteX4" fmla="*/ 6415424 w 8229600"/>
              <a:gd name="connsiteY4" fmla="*/ 6841057 h 6858000"/>
              <a:gd name="connsiteX5" fmla="*/ 6388995 w 8229600"/>
              <a:gd name="connsiteY5" fmla="*/ 6858000 h 6858000"/>
              <a:gd name="connsiteX6" fmla="*/ 1840605 w 8229600"/>
              <a:gd name="connsiteY6" fmla="*/ 6858000 h 6858000"/>
              <a:gd name="connsiteX7" fmla="*/ 1814177 w 8229600"/>
              <a:gd name="connsiteY7" fmla="*/ 6841057 h 6858000"/>
              <a:gd name="connsiteX8" fmla="*/ 0 w 8229600"/>
              <a:gd name="connsiteY8" fmla="*/ 3429000 h 6858000"/>
              <a:gd name="connsiteX9" fmla="*/ 1814177 w 8229600"/>
              <a:gd name="connsiteY9" fmla="*/ 169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29600" h="6858000">
                <a:moveTo>
                  <a:pt x="1840605" y="0"/>
                </a:moveTo>
                <a:lnTo>
                  <a:pt x="6388995" y="0"/>
                </a:lnTo>
                <a:lnTo>
                  <a:pt x="6415424" y="16943"/>
                </a:lnTo>
                <a:cubicBezTo>
                  <a:pt x="7509968" y="756403"/>
                  <a:pt x="8229600" y="2008662"/>
                  <a:pt x="8229600" y="3429000"/>
                </a:cubicBezTo>
                <a:cubicBezTo>
                  <a:pt x="8229600" y="4849338"/>
                  <a:pt x="7509968" y="6101598"/>
                  <a:pt x="6415424" y="6841057"/>
                </a:cubicBezTo>
                <a:lnTo>
                  <a:pt x="6388995" y="6858000"/>
                </a:lnTo>
                <a:lnTo>
                  <a:pt x="1840605" y="6858000"/>
                </a:lnTo>
                <a:lnTo>
                  <a:pt x="1814177" y="6841057"/>
                </a:lnTo>
                <a:cubicBezTo>
                  <a:pt x="719633" y="6101598"/>
                  <a:pt x="0" y="4849338"/>
                  <a:pt x="0" y="3429000"/>
                </a:cubicBezTo>
                <a:cubicBezTo>
                  <a:pt x="0" y="2008662"/>
                  <a:pt x="719633" y="756403"/>
                  <a:pt x="1814177" y="16943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6000"/>
                </a:schemeClr>
              </a:gs>
              <a:gs pos="100000">
                <a:schemeClr val="bg1">
                  <a:lumMod val="95000"/>
                  <a:alpha val="8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7665BC4-5959-ECB4-D738-3045DAB330FF}"/>
              </a:ext>
            </a:extLst>
          </p:cNvPr>
          <p:cNvSpPr/>
          <p:nvPr userDrawn="1"/>
        </p:nvSpPr>
        <p:spPr>
          <a:xfrm>
            <a:off x="901700" y="0"/>
            <a:ext cx="10388600" cy="6858000"/>
          </a:xfrm>
          <a:custGeom>
            <a:avLst/>
            <a:gdLst>
              <a:gd name="connsiteX0" fmla="*/ 5194300 w 10388600"/>
              <a:gd name="connsiteY0" fmla="*/ 496875 h 6858000"/>
              <a:gd name="connsiteX1" fmla="*/ 2262175 w 10388600"/>
              <a:gd name="connsiteY1" fmla="*/ 3429000 h 6858000"/>
              <a:gd name="connsiteX2" fmla="*/ 5194300 w 10388600"/>
              <a:gd name="connsiteY2" fmla="*/ 6361126 h 6858000"/>
              <a:gd name="connsiteX3" fmla="*/ 8126425 w 10388600"/>
              <a:gd name="connsiteY3" fmla="*/ 3429000 h 6858000"/>
              <a:gd name="connsiteX4" fmla="*/ 5194300 w 10388600"/>
              <a:gd name="connsiteY4" fmla="*/ 496875 h 6858000"/>
              <a:gd name="connsiteX5" fmla="*/ 1294354 w 10388600"/>
              <a:gd name="connsiteY5" fmla="*/ 0 h 6858000"/>
              <a:gd name="connsiteX6" fmla="*/ 9094246 w 10388600"/>
              <a:gd name="connsiteY6" fmla="*/ 0 h 6858000"/>
              <a:gd name="connsiteX7" fmla="*/ 9202475 w 10388600"/>
              <a:gd name="connsiteY7" fmla="*/ 124943 h 6858000"/>
              <a:gd name="connsiteX8" fmla="*/ 10388600 w 10388600"/>
              <a:gd name="connsiteY8" fmla="*/ 3429000 h 6858000"/>
              <a:gd name="connsiteX9" fmla="*/ 9202475 w 10388600"/>
              <a:gd name="connsiteY9" fmla="*/ 6733057 h 6858000"/>
              <a:gd name="connsiteX10" fmla="*/ 9094246 w 10388600"/>
              <a:gd name="connsiteY10" fmla="*/ 6858000 h 6858000"/>
              <a:gd name="connsiteX11" fmla="*/ 1294354 w 10388600"/>
              <a:gd name="connsiteY11" fmla="*/ 6858000 h 6858000"/>
              <a:gd name="connsiteX12" fmla="*/ 1186126 w 10388600"/>
              <a:gd name="connsiteY12" fmla="*/ 6733057 h 6858000"/>
              <a:gd name="connsiteX13" fmla="*/ 0 w 10388600"/>
              <a:gd name="connsiteY13" fmla="*/ 3429000 h 6858000"/>
              <a:gd name="connsiteX14" fmla="*/ 1186126 w 10388600"/>
              <a:gd name="connsiteY14" fmla="*/ 1249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388600" h="6858000">
                <a:moveTo>
                  <a:pt x="5194300" y="496875"/>
                </a:moveTo>
                <a:cubicBezTo>
                  <a:pt x="3574932" y="496875"/>
                  <a:pt x="2262175" y="1809632"/>
                  <a:pt x="2262175" y="3429000"/>
                </a:cubicBezTo>
                <a:cubicBezTo>
                  <a:pt x="2262175" y="5048369"/>
                  <a:pt x="3574932" y="6361126"/>
                  <a:pt x="5194300" y="6361126"/>
                </a:cubicBezTo>
                <a:cubicBezTo>
                  <a:pt x="6813669" y="6361126"/>
                  <a:pt x="8126425" y="5048369"/>
                  <a:pt x="8126425" y="3429000"/>
                </a:cubicBezTo>
                <a:cubicBezTo>
                  <a:pt x="8126425" y="1809632"/>
                  <a:pt x="6813669" y="496875"/>
                  <a:pt x="5194300" y="496875"/>
                </a:cubicBezTo>
                <a:close/>
                <a:moveTo>
                  <a:pt x="1294354" y="0"/>
                </a:moveTo>
                <a:lnTo>
                  <a:pt x="9094246" y="0"/>
                </a:lnTo>
                <a:lnTo>
                  <a:pt x="9202475" y="124943"/>
                </a:lnTo>
                <a:cubicBezTo>
                  <a:pt x="9943472" y="1022824"/>
                  <a:pt x="10388600" y="2173930"/>
                  <a:pt x="10388600" y="3429000"/>
                </a:cubicBezTo>
                <a:cubicBezTo>
                  <a:pt x="10388600" y="4684071"/>
                  <a:pt x="9943472" y="5835176"/>
                  <a:pt x="9202475" y="6733057"/>
                </a:cubicBezTo>
                <a:lnTo>
                  <a:pt x="9094246" y="6858000"/>
                </a:lnTo>
                <a:lnTo>
                  <a:pt x="1294354" y="6858000"/>
                </a:lnTo>
                <a:lnTo>
                  <a:pt x="1186126" y="6733057"/>
                </a:lnTo>
                <a:cubicBezTo>
                  <a:pt x="445128" y="5835176"/>
                  <a:pt x="0" y="4684071"/>
                  <a:pt x="0" y="3429000"/>
                </a:cubicBezTo>
                <a:cubicBezTo>
                  <a:pt x="0" y="2173930"/>
                  <a:pt x="445128" y="1022824"/>
                  <a:pt x="1186126" y="124943"/>
                </a:cubicBezTo>
                <a:close/>
              </a:path>
            </a:pathLst>
          </a:custGeom>
          <a:pattFill prst="pct5">
            <a:fgClr>
              <a:srgbClr val="404040"/>
            </a:fgClr>
            <a:bgClr>
              <a:schemeClr val="bg1"/>
            </a:bgClr>
          </a:pattFill>
          <a:ln>
            <a:noFill/>
          </a:ln>
          <a:effectLst>
            <a:outerShdw blurRad="660400" dir="5400000" algn="t" rotWithShape="0">
              <a:schemeClr val="tx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348D63D-37C1-7C89-0A14-ED5AF2D34539}"/>
              </a:ext>
            </a:extLst>
          </p:cNvPr>
          <p:cNvSpPr/>
          <p:nvPr userDrawn="1"/>
        </p:nvSpPr>
        <p:spPr>
          <a:xfrm>
            <a:off x="795611" y="-70036"/>
            <a:ext cx="10600778" cy="6998069"/>
          </a:xfrm>
          <a:custGeom>
            <a:avLst/>
            <a:gdLst>
              <a:gd name="connsiteX0" fmla="*/ 5194300 w 10388600"/>
              <a:gd name="connsiteY0" fmla="*/ 496875 h 6858000"/>
              <a:gd name="connsiteX1" fmla="*/ 2262175 w 10388600"/>
              <a:gd name="connsiteY1" fmla="*/ 3429000 h 6858000"/>
              <a:gd name="connsiteX2" fmla="*/ 5194300 w 10388600"/>
              <a:gd name="connsiteY2" fmla="*/ 6361126 h 6858000"/>
              <a:gd name="connsiteX3" fmla="*/ 8126425 w 10388600"/>
              <a:gd name="connsiteY3" fmla="*/ 3429000 h 6858000"/>
              <a:gd name="connsiteX4" fmla="*/ 5194300 w 10388600"/>
              <a:gd name="connsiteY4" fmla="*/ 496875 h 6858000"/>
              <a:gd name="connsiteX5" fmla="*/ 1294354 w 10388600"/>
              <a:gd name="connsiteY5" fmla="*/ 0 h 6858000"/>
              <a:gd name="connsiteX6" fmla="*/ 9094246 w 10388600"/>
              <a:gd name="connsiteY6" fmla="*/ 0 h 6858000"/>
              <a:gd name="connsiteX7" fmla="*/ 9202475 w 10388600"/>
              <a:gd name="connsiteY7" fmla="*/ 124943 h 6858000"/>
              <a:gd name="connsiteX8" fmla="*/ 10388600 w 10388600"/>
              <a:gd name="connsiteY8" fmla="*/ 3429000 h 6858000"/>
              <a:gd name="connsiteX9" fmla="*/ 9202475 w 10388600"/>
              <a:gd name="connsiteY9" fmla="*/ 6733057 h 6858000"/>
              <a:gd name="connsiteX10" fmla="*/ 9094246 w 10388600"/>
              <a:gd name="connsiteY10" fmla="*/ 6858000 h 6858000"/>
              <a:gd name="connsiteX11" fmla="*/ 1294354 w 10388600"/>
              <a:gd name="connsiteY11" fmla="*/ 6858000 h 6858000"/>
              <a:gd name="connsiteX12" fmla="*/ 1186126 w 10388600"/>
              <a:gd name="connsiteY12" fmla="*/ 6733057 h 6858000"/>
              <a:gd name="connsiteX13" fmla="*/ 0 w 10388600"/>
              <a:gd name="connsiteY13" fmla="*/ 3429000 h 6858000"/>
              <a:gd name="connsiteX14" fmla="*/ 1186126 w 10388600"/>
              <a:gd name="connsiteY14" fmla="*/ 1249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388600" h="6858000">
                <a:moveTo>
                  <a:pt x="5194300" y="496875"/>
                </a:moveTo>
                <a:cubicBezTo>
                  <a:pt x="3574932" y="496875"/>
                  <a:pt x="2262175" y="1809632"/>
                  <a:pt x="2262175" y="3429000"/>
                </a:cubicBezTo>
                <a:cubicBezTo>
                  <a:pt x="2262175" y="5048369"/>
                  <a:pt x="3574932" y="6361126"/>
                  <a:pt x="5194300" y="6361126"/>
                </a:cubicBezTo>
                <a:cubicBezTo>
                  <a:pt x="6813669" y="6361126"/>
                  <a:pt x="8126425" y="5048369"/>
                  <a:pt x="8126425" y="3429000"/>
                </a:cubicBezTo>
                <a:cubicBezTo>
                  <a:pt x="8126425" y="1809632"/>
                  <a:pt x="6813669" y="496875"/>
                  <a:pt x="5194300" y="496875"/>
                </a:cubicBezTo>
                <a:close/>
                <a:moveTo>
                  <a:pt x="1294354" y="0"/>
                </a:moveTo>
                <a:lnTo>
                  <a:pt x="9094246" y="0"/>
                </a:lnTo>
                <a:lnTo>
                  <a:pt x="9202475" y="124943"/>
                </a:lnTo>
                <a:cubicBezTo>
                  <a:pt x="9943472" y="1022824"/>
                  <a:pt x="10388600" y="2173930"/>
                  <a:pt x="10388600" y="3429000"/>
                </a:cubicBezTo>
                <a:cubicBezTo>
                  <a:pt x="10388600" y="4684071"/>
                  <a:pt x="9943472" y="5835176"/>
                  <a:pt x="9202475" y="6733057"/>
                </a:cubicBezTo>
                <a:lnTo>
                  <a:pt x="9094246" y="6858000"/>
                </a:lnTo>
                <a:lnTo>
                  <a:pt x="1294354" y="6858000"/>
                </a:lnTo>
                <a:lnTo>
                  <a:pt x="1186126" y="6733057"/>
                </a:lnTo>
                <a:cubicBezTo>
                  <a:pt x="445128" y="5835176"/>
                  <a:pt x="0" y="4684071"/>
                  <a:pt x="0" y="3429000"/>
                </a:cubicBezTo>
                <a:cubicBezTo>
                  <a:pt x="0" y="2173930"/>
                  <a:pt x="445128" y="1022824"/>
                  <a:pt x="1186126" y="124943"/>
                </a:cubicBezTo>
                <a:close/>
              </a:path>
            </a:pathLst>
          </a:custGeom>
          <a:solidFill>
            <a:srgbClr val="404040">
              <a:alpha val="54000"/>
            </a:srgbClr>
          </a:solidFill>
          <a:ln>
            <a:noFill/>
          </a:ln>
          <a:effectLst>
            <a:outerShdw blurRad="660400" dir="5400000" algn="t" rotWithShape="0">
              <a:schemeClr val="tx1">
                <a:alpha val="13000"/>
              </a:schemeClr>
            </a:outerShdw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593877A6-4B11-F0EF-291B-0E8C74357A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115556" y="-483657"/>
            <a:ext cx="12423112" cy="78253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64FFCD-3D30-D8E0-4C25-FDD6150B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1682"/>
            <a:ext cx="10515600" cy="123595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195F6-A68B-2F43-4927-5BFF1DF493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61333" y="1755824"/>
            <a:ext cx="1869333" cy="1778465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821E98-BF57-3C72-7FAF-BCEC90A04F4F}"/>
              </a:ext>
            </a:extLst>
          </p:cNvPr>
          <p:cNvSpPr/>
          <p:nvPr userDrawn="1"/>
        </p:nvSpPr>
        <p:spPr>
          <a:xfrm>
            <a:off x="10602569" y="555824"/>
            <a:ext cx="868706" cy="903979"/>
          </a:xfrm>
          <a:custGeom>
            <a:avLst/>
            <a:gdLst>
              <a:gd name="connsiteX0" fmla="*/ 1550109 w 1576226"/>
              <a:gd name="connsiteY0" fmla="*/ 1588006 h 1640228"/>
              <a:gd name="connsiteX1" fmla="*/ 1576220 w 1576226"/>
              <a:gd name="connsiteY1" fmla="*/ 1614117 h 1640228"/>
              <a:gd name="connsiteX2" fmla="*/ 1550109 w 1576226"/>
              <a:gd name="connsiteY2" fmla="*/ 1640228 h 1640228"/>
              <a:gd name="connsiteX3" fmla="*/ 1523998 w 1576226"/>
              <a:gd name="connsiteY3" fmla="*/ 1614117 h 1640228"/>
              <a:gd name="connsiteX4" fmla="*/ 1550109 w 1576226"/>
              <a:gd name="connsiteY4" fmla="*/ 1588006 h 1640228"/>
              <a:gd name="connsiteX5" fmla="*/ 1332395 w 1576226"/>
              <a:gd name="connsiteY5" fmla="*/ 1588006 h 1640228"/>
              <a:gd name="connsiteX6" fmla="*/ 1358506 w 1576226"/>
              <a:gd name="connsiteY6" fmla="*/ 1614117 h 1640228"/>
              <a:gd name="connsiteX7" fmla="*/ 1332395 w 1576226"/>
              <a:gd name="connsiteY7" fmla="*/ 1640228 h 1640228"/>
              <a:gd name="connsiteX8" fmla="*/ 1306284 w 1576226"/>
              <a:gd name="connsiteY8" fmla="*/ 1614117 h 1640228"/>
              <a:gd name="connsiteX9" fmla="*/ 1332395 w 1576226"/>
              <a:gd name="connsiteY9" fmla="*/ 1588006 h 1640228"/>
              <a:gd name="connsiteX10" fmla="*/ 1114682 w 1576226"/>
              <a:gd name="connsiteY10" fmla="*/ 1588006 h 1640228"/>
              <a:gd name="connsiteX11" fmla="*/ 1140793 w 1576226"/>
              <a:gd name="connsiteY11" fmla="*/ 1614117 h 1640228"/>
              <a:gd name="connsiteX12" fmla="*/ 1114682 w 1576226"/>
              <a:gd name="connsiteY12" fmla="*/ 1640228 h 1640228"/>
              <a:gd name="connsiteX13" fmla="*/ 1088571 w 1576226"/>
              <a:gd name="connsiteY13" fmla="*/ 1614117 h 1640228"/>
              <a:gd name="connsiteX14" fmla="*/ 1114682 w 1576226"/>
              <a:gd name="connsiteY14" fmla="*/ 1588006 h 1640228"/>
              <a:gd name="connsiteX15" fmla="*/ 896968 w 1576226"/>
              <a:gd name="connsiteY15" fmla="*/ 1588006 h 1640228"/>
              <a:gd name="connsiteX16" fmla="*/ 923079 w 1576226"/>
              <a:gd name="connsiteY16" fmla="*/ 1614117 h 1640228"/>
              <a:gd name="connsiteX17" fmla="*/ 896968 w 1576226"/>
              <a:gd name="connsiteY17" fmla="*/ 1640228 h 1640228"/>
              <a:gd name="connsiteX18" fmla="*/ 870857 w 1576226"/>
              <a:gd name="connsiteY18" fmla="*/ 1614117 h 1640228"/>
              <a:gd name="connsiteX19" fmla="*/ 896968 w 1576226"/>
              <a:gd name="connsiteY19" fmla="*/ 1588006 h 1640228"/>
              <a:gd name="connsiteX20" fmla="*/ 679253 w 1576226"/>
              <a:gd name="connsiteY20" fmla="*/ 1588006 h 1640228"/>
              <a:gd name="connsiteX21" fmla="*/ 705364 w 1576226"/>
              <a:gd name="connsiteY21" fmla="*/ 1614117 h 1640228"/>
              <a:gd name="connsiteX22" fmla="*/ 679253 w 1576226"/>
              <a:gd name="connsiteY22" fmla="*/ 1640228 h 1640228"/>
              <a:gd name="connsiteX23" fmla="*/ 653142 w 1576226"/>
              <a:gd name="connsiteY23" fmla="*/ 1614117 h 1640228"/>
              <a:gd name="connsiteX24" fmla="*/ 679253 w 1576226"/>
              <a:gd name="connsiteY24" fmla="*/ 1588006 h 1640228"/>
              <a:gd name="connsiteX25" fmla="*/ 461539 w 1576226"/>
              <a:gd name="connsiteY25" fmla="*/ 1588006 h 1640228"/>
              <a:gd name="connsiteX26" fmla="*/ 487650 w 1576226"/>
              <a:gd name="connsiteY26" fmla="*/ 1614117 h 1640228"/>
              <a:gd name="connsiteX27" fmla="*/ 461539 w 1576226"/>
              <a:gd name="connsiteY27" fmla="*/ 1640228 h 1640228"/>
              <a:gd name="connsiteX28" fmla="*/ 435428 w 1576226"/>
              <a:gd name="connsiteY28" fmla="*/ 1614117 h 1640228"/>
              <a:gd name="connsiteX29" fmla="*/ 461539 w 1576226"/>
              <a:gd name="connsiteY29" fmla="*/ 1588006 h 1640228"/>
              <a:gd name="connsiteX30" fmla="*/ 243825 w 1576226"/>
              <a:gd name="connsiteY30" fmla="*/ 1588006 h 1640228"/>
              <a:gd name="connsiteX31" fmla="*/ 269936 w 1576226"/>
              <a:gd name="connsiteY31" fmla="*/ 1614117 h 1640228"/>
              <a:gd name="connsiteX32" fmla="*/ 243825 w 1576226"/>
              <a:gd name="connsiteY32" fmla="*/ 1640228 h 1640228"/>
              <a:gd name="connsiteX33" fmla="*/ 217714 w 1576226"/>
              <a:gd name="connsiteY33" fmla="*/ 1614117 h 1640228"/>
              <a:gd name="connsiteX34" fmla="*/ 243825 w 1576226"/>
              <a:gd name="connsiteY34" fmla="*/ 1588006 h 1640228"/>
              <a:gd name="connsiteX35" fmla="*/ 26111 w 1576226"/>
              <a:gd name="connsiteY35" fmla="*/ 1588006 h 1640228"/>
              <a:gd name="connsiteX36" fmla="*/ 52222 w 1576226"/>
              <a:gd name="connsiteY36" fmla="*/ 1614117 h 1640228"/>
              <a:gd name="connsiteX37" fmla="*/ 26111 w 1576226"/>
              <a:gd name="connsiteY37" fmla="*/ 1640228 h 1640228"/>
              <a:gd name="connsiteX38" fmla="*/ 0 w 1576226"/>
              <a:gd name="connsiteY38" fmla="*/ 1614117 h 1640228"/>
              <a:gd name="connsiteX39" fmla="*/ 26111 w 1576226"/>
              <a:gd name="connsiteY39" fmla="*/ 1588006 h 1640228"/>
              <a:gd name="connsiteX40" fmla="*/ 1550110 w 1576226"/>
              <a:gd name="connsiteY40" fmla="*/ 1361148 h 1640228"/>
              <a:gd name="connsiteX41" fmla="*/ 1576221 w 1576226"/>
              <a:gd name="connsiteY41" fmla="*/ 1387259 h 1640228"/>
              <a:gd name="connsiteX42" fmla="*/ 1550110 w 1576226"/>
              <a:gd name="connsiteY42" fmla="*/ 1413370 h 1640228"/>
              <a:gd name="connsiteX43" fmla="*/ 1523999 w 1576226"/>
              <a:gd name="connsiteY43" fmla="*/ 1387259 h 1640228"/>
              <a:gd name="connsiteX44" fmla="*/ 1550110 w 1576226"/>
              <a:gd name="connsiteY44" fmla="*/ 1361148 h 1640228"/>
              <a:gd name="connsiteX45" fmla="*/ 1332396 w 1576226"/>
              <a:gd name="connsiteY45" fmla="*/ 1361148 h 1640228"/>
              <a:gd name="connsiteX46" fmla="*/ 1358507 w 1576226"/>
              <a:gd name="connsiteY46" fmla="*/ 1387259 h 1640228"/>
              <a:gd name="connsiteX47" fmla="*/ 1332396 w 1576226"/>
              <a:gd name="connsiteY47" fmla="*/ 1413370 h 1640228"/>
              <a:gd name="connsiteX48" fmla="*/ 1306285 w 1576226"/>
              <a:gd name="connsiteY48" fmla="*/ 1387259 h 1640228"/>
              <a:gd name="connsiteX49" fmla="*/ 1332396 w 1576226"/>
              <a:gd name="connsiteY49" fmla="*/ 1361148 h 1640228"/>
              <a:gd name="connsiteX50" fmla="*/ 1114683 w 1576226"/>
              <a:gd name="connsiteY50" fmla="*/ 1361148 h 1640228"/>
              <a:gd name="connsiteX51" fmla="*/ 1140794 w 1576226"/>
              <a:gd name="connsiteY51" fmla="*/ 1387259 h 1640228"/>
              <a:gd name="connsiteX52" fmla="*/ 1114683 w 1576226"/>
              <a:gd name="connsiteY52" fmla="*/ 1413370 h 1640228"/>
              <a:gd name="connsiteX53" fmla="*/ 1088572 w 1576226"/>
              <a:gd name="connsiteY53" fmla="*/ 1387259 h 1640228"/>
              <a:gd name="connsiteX54" fmla="*/ 1114683 w 1576226"/>
              <a:gd name="connsiteY54" fmla="*/ 1361148 h 1640228"/>
              <a:gd name="connsiteX55" fmla="*/ 896969 w 1576226"/>
              <a:gd name="connsiteY55" fmla="*/ 1361148 h 1640228"/>
              <a:gd name="connsiteX56" fmla="*/ 923080 w 1576226"/>
              <a:gd name="connsiteY56" fmla="*/ 1387259 h 1640228"/>
              <a:gd name="connsiteX57" fmla="*/ 896969 w 1576226"/>
              <a:gd name="connsiteY57" fmla="*/ 1413370 h 1640228"/>
              <a:gd name="connsiteX58" fmla="*/ 870858 w 1576226"/>
              <a:gd name="connsiteY58" fmla="*/ 1387259 h 1640228"/>
              <a:gd name="connsiteX59" fmla="*/ 896969 w 1576226"/>
              <a:gd name="connsiteY59" fmla="*/ 1361148 h 1640228"/>
              <a:gd name="connsiteX60" fmla="*/ 679254 w 1576226"/>
              <a:gd name="connsiteY60" fmla="*/ 1361148 h 1640228"/>
              <a:gd name="connsiteX61" fmla="*/ 705365 w 1576226"/>
              <a:gd name="connsiteY61" fmla="*/ 1387259 h 1640228"/>
              <a:gd name="connsiteX62" fmla="*/ 679254 w 1576226"/>
              <a:gd name="connsiteY62" fmla="*/ 1413370 h 1640228"/>
              <a:gd name="connsiteX63" fmla="*/ 653143 w 1576226"/>
              <a:gd name="connsiteY63" fmla="*/ 1387259 h 1640228"/>
              <a:gd name="connsiteX64" fmla="*/ 679254 w 1576226"/>
              <a:gd name="connsiteY64" fmla="*/ 1361148 h 1640228"/>
              <a:gd name="connsiteX65" fmla="*/ 461540 w 1576226"/>
              <a:gd name="connsiteY65" fmla="*/ 1361148 h 1640228"/>
              <a:gd name="connsiteX66" fmla="*/ 487651 w 1576226"/>
              <a:gd name="connsiteY66" fmla="*/ 1387259 h 1640228"/>
              <a:gd name="connsiteX67" fmla="*/ 461540 w 1576226"/>
              <a:gd name="connsiteY67" fmla="*/ 1413370 h 1640228"/>
              <a:gd name="connsiteX68" fmla="*/ 435429 w 1576226"/>
              <a:gd name="connsiteY68" fmla="*/ 1387259 h 1640228"/>
              <a:gd name="connsiteX69" fmla="*/ 461540 w 1576226"/>
              <a:gd name="connsiteY69" fmla="*/ 1361148 h 1640228"/>
              <a:gd name="connsiteX70" fmla="*/ 243826 w 1576226"/>
              <a:gd name="connsiteY70" fmla="*/ 1361148 h 1640228"/>
              <a:gd name="connsiteX71" fmla="*/ 269937 w 1576226"/>
              <a:gd name="connsiteY71" fmla="*/ 1387259 h 1640228"/>
              <a:gd name="connsiteX72" fmla="*/ 243826 w 1576226"/>
              <a:gd name="connsiteY72" fmla="*/ 1413370 h 1640228"/>
              <a:gd name="connsiteX73" fmla="*/ 217715 w 1576226"/>
              <a:gd name="connsiteY73" fmla="*/ 1387259 h 1640228"/>
              <a:gd name="connsiteX74" fmla="*/ 243826 w 1576226"/>
              <a:gd name="connsiteY74" fmla="*/ 1361148 h 1640228"/>
              <a:gd name="connsiteX75" fmla="*/ 26112 w 1576226"/>
              <a:gd name="connsiteY75" fmla="*/ 1361148 h 1640228"/>
              <a:gd name="connsiteX76" fmla="*/ 52223 w 1576226"/>
              <a:gd name="connsiteY76" fmla="*/ 1387259 h 1640228"/>
              <a:gd name="connsiteX77" fmla="*/ 26112 w 1576226"/>
              <a:gd name="connsiteY77" fmla="*/ 1413370 h 1640228"/>
              <a:gd name="connsiteX78" fmla="*/ 1 w 1576226"/>
              <a:gd name="connsiteY78" fmla="*/ 1387259 h 1640228"/>
              <a:gd name="connsiteX79" fmla="*/ 26112 w 1576226"/>
              <a:gd name="connsiteY79" fmla="*/ 1361148 h 1640228"/>
              <a:gd name="connsiteX80" fmla="*/ 1550111 w 1576226"/>
              <a:gd name="connsiteY80" fmla="*/ 1134290 h 1640228"/>
              <a:gd name="connsiteX81" fmla="*/ 1576222 w 1576226"/>
              <a:gd name="connsiteY81" fmla="*/ 1160401 h 1640228"/>
              <a:gd name="connsiteX82" fmla="*/ 1550111 w 1576226"/>
              <a:gd name="connsiteY82" fmla="*/ 1186512 h 1640228"/>
              <a:gd name="connsiteX83" fmla="*/ 1524000 w 1576226"/>
              <a:gd name="connsiteY83" fmla="*/ 1160401 h 1640228"/>
              <a:gd name="connsiteX84" fmla="*/ 1550111 w 1576226"/>
              <a:gd name="connsiteY84" fmla="*/ 1134290 h 1640228"/>
              <a:gd name="connsiteX85" fmla="*/ 1332397 w 1576226"/>
              <a:gd name="connsiteY85" fmla="*/ 1134290 h 1640228"/>
              <a:gd name="connsiteX86" fmla="*/ 1358508 w 1576226"/>
              <a:gd name="connsiteY86" fmla="*/ 1160401 h 1640228"/>
              <a:gd name="connsiteX87" fmla="*/ 1332397 w 1576226"/>
              <a:gd name="connsiteY87" fmla="*/ 1186512 h 1640228"/>
              <a:gd name="connsiteX88" fmla="*/ 1306286 w 1576226"/>
              <a:gd name="connsiteY88" fmla="*/ 1160401 h 1640228"/>
              <a:gd name="connsiteX89" fmla="*/ 1332397 w 1576226"/>
              <a:gd name="connsiteY89" fmla="*/ 1134290 h 1640228"/>
              <a:gd name="connsiteX90" fmla="*/ 1114684 w 1576226"/>
              <a:gd name="connsiteY90" fmla="*/ 1134290 h 1640228"/>
              <a:gd name="connsiteX91" fmla="*/ 1140795 w 1576226"/>
              <a:gd name="connsiteY91" fmla="*/ 1160401 h 1640228"/>
              <a:gd name="connsiteX92" fmla="*/ 1114684 w 1576226"/>
              <a:gd name="connsiteY92" fmla="*/ 1186512 h 1640228"/>
              <a:gd name="connsiteX93" fmla="*/ 1088573 w 1576226"/>
              <a:gd name="connsiteY93" fmla="*/ 1160401 h 1640228"/>
              <a:gd name="connsiteX94" fmla="*/ 1114684 w 1576226"/>
              <a:gd name="connsiteY94" fmla="*/ 1134290 h 1640228"/>
              <a:gd name="connsiteX95" fmla="*/ 896970 w 1576226"/>
              <a:gd name="connsiteY95" fmla="*/ 1134290 h 1640228"/>
              <a:gd name="connsiteX96" fmla="*/ 923081 w 1576226"/>
              <a:gd name="connsiteY96" fmla="*/ 1160401 h 1640228"/>
              <a:gd name="connsiteX97" fmla="*/ 896970 w 1576226"/>
              <a:gd name="connsiteY97" fmla="*/ 1186512 h 1640228"/>
              <a:gd name="connsiteX98" fmla="*/ 870859 w 1576226"/>
              <a:gd name="connsiteY98" fmla="*/ 1160401 h 1640228"/>
              <a:gd name="connsiteX99" fmla="*/ 896970 w 1576226"/>
              <a:gd name="connsiteY99" fmla="*/ 1134290 h 1640228"/>
              <a:gd name="connsiteX100" fmla="*/ 679255 w 1576226"/>
              <a:gd name="connsiteY100" fmla="*/ 1134290 h 1640228"/>
              <a:gd name="connsiteX101" fmla="*/ 705366 w 1576226"/>
              <a:gd name="connsiteY101" fmla="*/ 1160401 h 1640228"/>
              <a:gd name="connsiteX102" fmla="*/ 679255 w 1576226"/>
              <a:gd name="connsiteY102" fmla="*/ 1186512 h 1640228"/>
              <a:gd name="connsiteX103" fmla="*/ 653144 w 1576226"/>
              <a:gd name="connsiteY103" fmla="*/ 1160401 h 1640228"/>
              <a:gd name="connsiteX104" fmla="*/ 679255 w 1576226"/>
              <a:gd name="connsiteY104" fmla="*/ 1134290 h 1640228"/>
              <a:gd name="connsiteX105" fmla="*/ 461541 w 1576226"/>
              <a:gd name="connsiteY105" fmla="*/ 1134290 h 1640228"/>
              <a:gd name="connsiteX106" fmla="*/ 487652 w 1576226"/>
              <a:gd name="connsiteY106" fmla="*/ 1160401 h 1640228"/>
              <a:gd name="connsiteX107" fmla="*/ 461541 w 1576226"/>
              <a:gd name="connsiteY107" fmla="*/ 1186512 h 1640228"/>
              <a:gd name="connsiteX108" fmla="*/ 435430 w 1576226"/>
              <a:gd name="connsiteY108" fmla="*/ 1160401 h 1640228"/>
              <a:gd name="connsiteX109" fmla="*/ 461541 w 1576226"/>
              <a:gd name="connsiteY109" fmla="*/ 1134290 h 1640228"/>
              <a:gd name="connsiteX110" fmla="*/ 243827 w 1576226"/>
              <a:gd name="connsiteY110" fmla="*/ 1134290 h 1640228"/>
              <a:gd name="connsiteX111" fmla="*/ 269938 w 1576226"/>
              <a:gd name="connsiteY111" fmla="*/ 1160401 h 1640228"/>
              <a:gd name="connsiteX112" fmla="*/ 243827 w 1576226"/>
              <a:gd name="connsiteY112" fmla="*/ 1186512 h 1640228"/>
              <a:gd name="connsiteX113" fmla="*/ 217716 w 1576226"/>
              <a:gd name="connsiteY113" fmla="*/ 1160401 h 1640228"/>
              <a:gd name="connsiteX114" fmla="*/ 243827 w 1576226"/>
              <a:gd name="connsiteY114" fmla="*/ 1134290 h 1640228"/>
              <a:gd name="connsiteX115" fmla="*/ 26113 w 1576226"/>
              <a:gd name="connsiteY115" fmla="*/ 1134290 h 1640228"/>
              <a:gd name="connsiteX116" fmla="*/ 52224 w 1576226"/>
              <a:gd name="connsiteY116" fmla="*/ 1160401 h 1640228"/>
              <a:gd name="connsiteX117" fmla="*/ 26113 w 1576226"/>
              <a:gd name="connsiteY117" fmla="*/ 1186512 h 1640228"/>
              <a:gd name="connsiteX118" fmla="*/ 2 w 1576226"/>
              <a:gd name="connsiteY118" fmla="*/ 1160401 h 1640228"/>
              <a:gd name="connsiteX119" fmla="*/ 26113 w 1576226"/>
              <a:gd name="connsiteY119" fmla="*/ 1134290 h 1640228"/>
              <a:gd name="connsiteX120" fmla="*/ 1550112 w 1576226"/>
              <a:gd name="connsiteY120" fmla="*/ 907432 h 1640228"/>
              <a:gd name="connsiteX121" fmla="*/ 1576223 w 1576226"/>
              <a:gd name="connsiteY121" fmla="*/ 933543 h 1640228"/>
              <a:gd name="connsiteX122" fmla="*/ 1550112 w 1576226"/>
              <a:gd name="connsiteY122" fmla="*/ 959654 h 1640228"/>
              <a:gd name="connsiteX123" fmla="*/ 1524001 w 1576226"/>
              <a:gd name="connsiteY123" fmla="*/ 933543 h 1640228"/>
              <a:gd name="connsiteX124" fmla="*/ 1550112 w 1576226"/>
              <a:gd name="connsiteY124" fmla="*/ 907432 h 1640228"/>
              <a:gd name="connsiteX125" fmla="*/ 1332398 w 1576226"/>
              <a:gd name="connsiteY125" fmla="*/ 907432 h 1640228"/>
              <a:gd name="connsiteX126" fmla="*/ 1358509 w 1576226"/>
              <a:gd name="connsiteY126" fmla="*/ 933543 h 1640228"/>
              <a:gd name="connsiteX127" fmla="*/ 1332398 w 1576226"/>
              <a:gd name="connsiteY127" fmla="*/ 959654 h 1640228"/>
              <a:gd name="connsiteX128" fmla="*/ 1306287 w 1576226"/>
              <a:gd name="connsiteY128" fmla="*/ 933543 h 1640228"/>
              <a:gd name="connsiteX129" fmla="*/ 1332398 w 1576226"/>
              <a:gd name="connsiteY129" fmla="*/ 907432 h 1640228"/>
              <a:gd name="connsiteX130" fmla="*/ 1114685 w 1576226"/>
              <a:gd name="connsiteY130" fmla="*/ 907432 h 1640228"/>
              <a:gd name="connsiteX131" fmla="*/ 1140796 w 1576226"/>
              <a:gd name="connsiteY131" fmla="*/ 933543 h 1640228"/>
              <a:gd name="connsiteX132" fmla="*/ 1114685 w 1576226"/>
              <a:gd name="connsiteY132" fmla="*/ 959654 h 1640228"/>
              <a:gd name="connsiteX133" fmla="*/ 1088574 w 1576226"/>
              <a:gd name="connsiteY133" fmla="*/ 933543 h 1640228"/>
              <a:gd name="connsiteX134" fmla="*/ 1114685 w 1576226"/>
              <a:gd name="connsiteY134" fmla="*/ 907432 h 1640228"/>
              <a:gd name="connsiteX135" fmla="*/ 896971 w 1576226"/>
              <a:gd name="connsiteY135" fmla="*/ 907432 h 1640228"/>
              <a:gd name="connsiteX136" fmla="*/ 923082 w 1576226"/>
              <a:gd name="connsiteY136" fmla="*/ 933543 h 1640228"/>
              <a:gd name="connsiteX137" fmla="*/ 896971 w 1576226"/>
              <a:gd name="connsiteY137" fmla="*/ 959654 h 1640228"/>
              <a:gd name="connsiteX138" fmla="*/ 870860 w 1576226"/>
              <a:gd name="connsiteY138" fmla="*/ 933543 h 1640228"/>
              <a:gd name="connsiteX139" fmla="*/ 896971 w 1576226"/>
              <a:gd name="connsiteY139" fmla="*/ 907432 h 1640228"/>
              <a:gd name="connsiteX140" fmla="*/ 679256 w 1576226"/>
              <a:gd name="connsiteY140" fmla="*/ 907432 h 1640228"/>
              <a:gd name="connsiteX141" fmla="*/ 705367 w 1576226"/>
              <a:gd name="connsiteY141" fmla="*/ 933543 h 1640228"/>
              <a:gd name="connsiteX142" fmla="*/ 679256 w 1576226"/>
              <a:gd name="connsiteY142" fmla="*/ 959654 h 1640228"/>
              <a:gd name="connsiteX143" fmla="*/ 653145 w 1576226"/>
              <a:gd name="connsiteY143" fmla="*/ 933543 h 1640228"/>
              <a:gd name="connsiteX144" fmla="*/ 679256 w 1576226"/>
              <a:gd name="connsiteY144" fmla="*/ 907432 h 1640228"/>
              <a:gd name="connsiteX145" fmla="*/ 461542 w 1576226"/>
              <a:gd name="connsiteY145" fmla="*/ 907432 h 1640228"/>
              <a:gd name="connsiteX146" fmla="*/ 487653 w 1576226"/>
              <a:gd name="connsiteY146" fmla="*/ 933543 h 1640228"/>
              <a:gd name="connsiteX147" fmla="*/ 461542 w 1576226"/>
              <a:gd name="connsiteY147" fmla="*/ 959654 h 1640228"/>
              <a:gd name="connsiteX148" fmla="*/ 435431 w 1576226"/>
              <a:gd name="connsiteY148" fmla="*/ 933543 h 1640228"/>
              <a:gd name="connsiteX149" fmla="*/ 461542 w 1576226"/>
              <a:gd name="connsiteY149" fmla="*/ 907432 h 1640228"/>
              <a:gd name="connsiteX150" fmla="*/ 243828 w 1576226"/>
              <a:gd name="connsiteY150" fmla="*/ 907432 h 1640228"/>
              <a:gd name="connsiteX151" fmla="*/ 269939 w 1576226"/>
              <a:gd name="connsiteY151" fmla="*/ 933543 h 1640228"/>
              <a:gd name="connsiteX152" fmla="*/ 243828 w 1576226"/>
              <a:gd name="connsiteY152" fmla="*/ 959654 h 1640228"/>
              <a:gd name="connsiteX153" fmla="*/ 217717 w 1576226"/>
              <a:gd name="connsiteY153" fmla="*/ 933543 h 1640228"/>
              <a:gd name="connsiteX154" fmla="*/ 243828 w 1576226"/>
              <a:gd name="connsiteY154" fmla="*/ 907432 h 1640228"/>
              <a:gd name="connsiteX155" fmla="*/ 26114 w 1576226"/>
              <a:gd name="connsiteY155" fmla="*/ 907432 h 1640228"/>
              <a:gd name="connsiteX156" fmla="*/ 52225 w 1576226"/>
              <a:gd name="connsiteY156" fmla="*/ 933543 h 1640228"/>
              <a:gd name="connsiteX157" fmla="*/ 26114 w 1576226"/>
              <a:gd name="connsiteY157" fmla="*/ 959654 h 1640228"/>
              <a:gd name="connsiteX158" fmla="*/ 3 w 1576226"/>
              <a:gd name="connsiteY158" fmla="*/ 933543 h 1640228"/>
              <a:gd name="connsiteX159" fmla="*/ 26114 w 1576226"/>
              <a:gd name="connsiteY159" fmla="*/ 907432 h 1640228"/>
              <a:gd name="connsiteX160" fmla="*/ 1550113 w 1576226"/>
              <a:gd name="connsiteY160" fmla="*/ 680574 h 1640228"/>
              <a:gd name="connsiteX161" fmla="*/ 1576224 w 1576226"/>
              <a:gd name="connsiteY161" fmla="*/ 706685 h 1640228"/>
              <a:gd name="connsiteX162" fmla="*/ 1550113 w 1576226"/>
              <a:gd name="connsiteY162" fmla="*/ 732796 h 1640228"/>
              <a:gd name="connsiteX163" fmla="*/ 1524002 w 1576226"/>
              <a:gd name="connsiteY163" fmla="*/ 706685 h 1640228"/>
              <a:gd name="connsiteX164" fmla="*/ 1550113 w 1576226"/>
              <a:gd name="connsiteY164" fmla="*/ 680574 h 1640228"/>
              <a:gd name="connsiteX165" fmla="*/ 1332399 w 1576226"/>
              <a:gd name="connsiteY165" fmla="*/ 680574 h 1640228"/>
              <a:gd name="connsiteX166" fmla="*/ 1358510 w 1576226"/>
              <a:gd name="connsiteY166" fmla="*/ 706685 h 1640228"/>
              <a:gd name="connsiteX167" fmla="*/ 1332399 w 1576226"/>
              <a:gd name="connsiteY167" fmla="*/ 732796 h 1640228"/>
              <a:gd name="connsiteX168" fmla="*/ 1306288 w 1576226"/>
              <a:gd name="connsiteY168" fmla="*/ 706685 h 1640228"/>
              <a:gd name="connsiteX169" fmla="*/ 1332399 w 1576226"/>
              <a:gd name="connsiteY169" fmla="*/ 680574 h 1640228"/>
              <a:gd name="connsiteX170" fmla="*/ 1114686 w 1576226"/>
              <a:gd name="connsiteY170" fmla="*/ 680574 h 1640228"/>
              <a:gd name="connsiteX171" fmla="*/ 1140797 w 1576226"/>
              <a:gd name="connsiteY171" fmla="*/ 706685 h 1640228"/>
              <a:gd name="connsiteX172" fmla="*/ 1114686 w 1576226"/>
              <a:gd name="connsiteY172" fmla="*/ 732796 h 1640228"/>
              <a:gd name="connsiteX173" fmla="*/ 1088575 w 1576226"/>
              <a:gd name="connsiteY173" fmla="*/ 706685 h 1640228"/>
              <a:gd name="connsiteX174" fmla="*/ 1114686 w 1576226"/>
              <a:gd name="connsiteY174" fmla="*/ 680574 h 1640228"/>
              <a:gd name="connsiteX175" fmla="*/ 896972 w 1576226"/>
              <a:gd name="connsiteY175" fmla="*/ 680574 h 1640228"/>
              <a:gd name="connsiteX176" fmla="*/ 923083 w 1576226"/>
              <a:gd name="connsiteY176" fmla="*/ 706685 h 1640228"/>
              <a:gd name="connsiteX177" fmla="*/ 896972 w 1576226"/>
              <a:gd name="connsiteY177" fmla="*/ 732796 h 1640228"/>
              <a:gd name="connsiteX178" fmla="*/ 870861 w 1576226"/>
              <a:gd name="connsiteY178" fmla="*/ 706685 h 1640228"/>
              <a:gd name="connsiteX179" fmla="*/ 896972 w 1576226"/>
              <a:gd name="connsiteY179" fmla="*/ 680574 h 1640228"/>
              <a:gd name="connsiteX180" fmla="*/ 679257 w 1576226"/>
              <a:gd name="connsiteY180" fmla="*/ 680574 h 1640228"/>
              <a:gd name="connsiteX181" fmla="*/ 705368 w 1576226"/>
              <a:gd name="connsiteY181" fmla="*/ 706685 h 1640228"/>
              <a:gd name="connsiteX182" fmla="*/ 679257 w 1576226"/>
              <a:gd name="connsiteY182" fmla="*/ 732796 h 1640228"/>
              <a:gd name="connsiteX183" fmla="*/ 653146 w 1576226"/>
              <a:gd name="connsiteY183" fmla="*/ 706685 h 1640228"/>
              <a:gd name="connsiteX184" fmla="*/ 679257 w 1576226"/>
              <a:gd name="connsiteY184" fmla="*/ 680574 h 1640228"/>
              <a:gd name="connsiteX185" fmla="*/ 461543 w 1576226"/>
              <a:gd name="connsiteY185" fmla="*/ 680574 h 1640228"/>
              <a:gd name="connsiteX186" fmla="*/ 487654 w 1576226"/>
              <a:gd name="connsiteY186" fmla="*/ 706685 h 1640228"/>
              <a:gd name="connsiteX187" fmla="*/ 461543 w 1576226"/>
              <a:gd name="connsiteY187" fmla="*/ 732796 h 1640228"/>
              <a:gd name="connsiteX188" fmla="*/ 435432 w 1576226"/>
              <a:gd name="connsiteY188" fmla="*/ 706685 h 1640228"/>
              <a:gd name="connsiteX189" fmla="*/ 461543 w 1576226"/>
              <a:gd name="connsiteY189" fmla="*/ 680574 h 1640228"/>
              <a:gd name="connsiteX190" fmla="*/ 243829 w 1576226"/>
              <a:gd name="connsiteY190" fmla="*/ 680574 h 1640228"/>
              <a:gd name="connsiteX191" fmla="*/ 269940 w 1576226"/>
              <a:gd name="connsiteY191" fmla="*/ 706685 h 1640228"/>
              <a:gd name="connsiteX192" fmla="*/ 243829 w 1576226"/>
              <a:gd name="connsiteY192" fmla="*/ 732796 h 1640228"/>
              <a:gd name="connsiteX193" fmla="*/ 217718 w 1576226"/>
              <a:gd name="connsiteY193" fmla="*/ 706685 h 1640228"/>
              <a:gd name="connsiteX194" fmla="*/ 243829 w 1576226"/>
              <a:gd name="connsiteY194" fmla="*/ 680574 h 1640228"/>
              <a:gd name="connsiteX195" fmla="*/ 26115 w 1576226"/>
              <a:gd name="connsiteY195" fmla="*/ 680574 h 1640228"/>
              <a:gd name="connsiteX196" fmla="*/ 52226 w 1576226"/>
              <a:gd name="connsiteY196" fmla="*/ 706685 h 1640228"/>
              <a:gd name="connsiteX197" fmla="*/ 26115 w 1576226"/>
              <a:gd name="connsiteY197" fmla="*/ 732796 h 1640228"/>
              <a:gd name="connsiteX198" fmla="*/ 4 w 1576226"/>
              <a:gd name="connsiteY198" fmla="*/ 706685 h 1640228"/>
              <a:gd name="connsiteX199" fmla="*/ 26115 w 1576226"/>
              <a:gd name="connsiteY199" fmla="*/ 680574 h 1640228"/>
              <a:gd name="connsiteX200" fmla="*/ 26116 w 1576226"/>
              <a:gd name="connsiteY200" fmla="*/ 453717 h 1640228"/>
              <a:gd name="connsiteX201" fmla="*/ 52227 w 1576226"/>
              <a:gd name="connsiteY201" fmla="*/ 479827 h 1640228"/>
              <a:gd name="connsiteX202" fmla="*/ 26116 w 1576226"/>
              <a:gd name="connsiteY202" fmla="*/ 505939 h 1640228"/>
              <a:gd name="connsiteX203" fmla="*/ 5 w 1576226"/>
              <a:gd name="connsiteY203" fmla="*/ 479827 h 1640228"/>
              <a:gd name="connsiteX204" fmla="*/ 26116 w 1576226"/>
              <a:gd name="connsiteY204" fmla="*/ 453717 h 1640228"/>
              <a:gd name="connsiteX205" fmla="*/ 243830 w 1576226"/>
              <a:gd name="connsiteY205" fmla="*/ 453717 h 1640228"/>
              <a:gd name="connsiteX206" fmla="*/ 269941 w 1576226"/>
              <a:gd name="connsiteY206" fmla="*/ 479827 h 1640228"/>
              <a:gd name="connsiteX207" fmla="*/ 243830 w 1576226"/>
              <a:gd name="connsiteY207" fmla="*/ 505939 h 1640228"/>
              <a:gd name="connsiteX208" fmla="*/ 217719 w 1576226"/>
              <a:gd name="connsiteY208" fmla="*/ 479827 h 1640228"/>
              <a:gd name="connsiteX209" fmla="*/ 243830 w 1576226"/>
              <a:gd name="connsiteY209" fmla="*/ 453717 h 1640228"/>
              <a:gd name="connsiteX210" fmla="*/ 461544 w 1576226"/>
              <a:gd name="connsiteY210" fmla="*/ 453717 h 1640228"/>
              <a:gd name="connsiteX211" fmla="*/ 487655 w 1576226"/>
              <a:gd name="connsiteY211" fmla="*/ 479827 h 1640228"/>
              <a:gd name="connsiteX212" fmla="*/ 461544 w 1576226"/>
              <a:gd name="connsiteY212" fmla="*/ 505939 h 1640228"/>
              <a:gd name="connsiteX213" fmla="*/ 435433 w 1576226"/>
              <a:gd name="connsiteY213" fmla="*/ 479827 h 1640228"/>
              <a:gd name="connsiteX214" fmla="*/ 461544 w 1576226"/>
              <a:gd name="connsiteY214" fmla="*/ 453717 h 1640228"/>
              <a:gd name="connsiteX215" fmla="*/ 679258 w 1576226"/>
              <a:gd name="connsiteY215" fmla="*/ 453717 h 1640228"/>
              <a:gd name="connsiteX216" fmla="*/ 705369 w 1576226"/>
              <a:gd name="connsiteY216" fmla="*/ 479827 h 1640228"/>
              <a:gd name="connsiteX217" fmla="*/ 679258 w 1576226"/>
              <a:gd name="connsiteY217" fmla="*/ 505939 h 1640228"/>
              <a:gd name="connsiteX218" fmla="*/ 653147 w 1576226"/>
              <a:gd name="connsiteY218" fmla="*/ 479827 h 1640228"/>
              <a:gd name="connsiteX219" fmla="*/ 679258 w 1576226"/>
              <a:gd name="connsiteY219" fmla="*/ 453717 h 1640228"/>
              <a:gd name="connsiteX220" fmla="*/ 896973 w 1576226"/>
              <a:gd name="connsiteY220" fmla="*/ 453717 h 1640228"/>
              <a:gd name="connsiteX221" fmla="*/ 923084 w 1576226"/>
              <a:gd name="connsiteY221" fmla="*/ 479827 h 1640228"/>
              <a:gd name="connsiteX222" fmla="*/ 896973 w 1576226"/>
              <a:gd name="connsiteY222" fmla="*/ 505939 h 1640228"/>
              <a:gd name="connsiteX223" fmla="*/ 870862 w 1576226"/>
              <a:gd name="connsiteY223" fmla="*/ 479827 h 1640228"/>
              <a:gd name="connsiteX224" fmla="*/ 896973 w 1576226"/>
              <a:gd name="connsiteY224" fmla="*/ 453717 h 1640228"/>
              <a:gd name="connsiteX225" fmla="*/ 1114687 w 1576226"/>
              <a:gd name="connsiteY225" fmla="*/ 453717 h 1640228"/>
              <a:gd name="connsiteX226" fmla="*/ 1140798 w 1576226"/>
              <a:gd name="connsiteY226" fmla="*/ 479827 h 1640228"/>
              <a:gd name="connsiteX227" fmla="*/ 1114687 w 1576226"/>
              <a:gd name="connsiteY227" fmla="*/ 505938 h 1640228"/>
              <a:gd name="connsiteX228" fmla="*/ 1088576 w 1576226"/>
              <a:gd name="connsiteY228" fmla="*/ 479827 h 1640228"/>
              <a:gd name="connsiteX229" fmla="*/ 1114687 w 1576226"/>
              <a:gd name="connsiteY229" fmla="*/ 453717 h 1640228"/>
              <a:gd name="connsiteX230" fmla="*/ 1332400 w 1576226"/>
              <a:gd name="connsiteY230" fmla="*/ 453716 h 1640228"/>
              <a:gd name="connsiteX231" fmla="*/ 1358511 w 1576226"/>
              <a:gd name="connsiteY231" fmla="*/ 479827 h 1640228"/>
              <a:gd name="connsiteX232" fmla="*/ 1332400 w 1576226"/>
              <a:gd name="connsiteY232" fmla="*/ 505938 h 1640228"/>
              <a:gd name="connsiteX233" fmla="*/ 1306289 w 1576226"/>
              <a:gd name="connsiteY233" fmla="*/ 479827 h 1640228"/>
              <a:gd name="connsiteX234" fmla="*/ 1332400 w 1576226"/>
              <a:gd name="connsiteY234" fmla="*/ 453716 h 1640228"/>
              <a:gd name="connsiteX235" fmla="*/ 1550114 w 1576226"/>
              <a:gd name="connsiteY235" fmla="*/ 453716 h 1640228"/>
              <a:gd name="connsiteX236" fmla="*/ 1576225 w 1576226"/>
              <a:gd name="connsiteY236" fmla="*/ 479827 h 1640228"/>
              <a:gd name="connsiteX237" fmla="*/ 1550114 w 1576226"/>
              <a:gd name="connsiteY237" fmla="*/ 505938 h 1640228"/>
              <a:gd name="connsiteX238" fmla="*/ 1524003 w 1576226"/>
              <a:gd name="connsiteY238" fmla="*/ 479827 h 1640228"/>
              <a:gd name="connsiteX239" fmla="*/ 1550114 w 1576226"/>
              <a:gd name="connsiteY239" fmla="*/ 453716 h 1640228"/>
              <a:gd name="connsiteX240" fmla="*/ 1114688 w 1576226"/>
              <a:gd name="connsiteY240" fmla="*/ 226858 h 1640228"/>
              <a:gd name="connsiteX241" fmla="*/ 1140799 w 1576226"/>
              <a:gd name="connsiteY241" fmla="*/ 252969 h 1640228"/>
              <a:gd name="connsiteX242" fmla="*/ 1114688 w 1576226"/>
              <a:gd name="connsiteY242" fmla="*/ 279080 h 1640228"/>
              <a:gd name="connsiteX243" fmla="*/ 1088577 w 1576226"/>
              <a:gd name="connsiteY243" fmla="*/ 252969 h 1640228"/>
              <a:gd name="connsiteX244" fmla="*/ 1114688 w 1576226"/>
              <a:gd name="connsiteY244" fmla="*/ 226858 h 1640228"/>
              <a:gd name="connsiteX245" fmla="*/ 896974 w 1576226"/>
              <a:gd name="connsiteY245" fmla="*/ 226858 h 1640228"/>
              <a:gd name="connsiteX246" fmla="*/ 923085 w 1576226"/>
              <a:gd name="connsiteY246" fmla="*/ 252969 h 1640228"/>
              <a:gd name="connsiteX247" fmla="*/ 896974 w 1576226"/>
              <a:gd name="connsiteY247" fmla="*/ 279080 h 1640228"/>
              <a:gd name="connsiteX248" fmla="*/ 870863 w 1576226"/>
              <a:gd name="connsiteY248" fmla="*/ 252969 h 1640228"/>
              <a:gd name="connsiteX249" fmla="*/ 896974 w 1576226"/>
              <a:gd name="connsiteY249" fmla="*/ 226858 h 1640228"/>
              <a:gd name="connsiteX250" fmla="*/ 679259 w 1576226"/>
              <a:gd name="connsiteY250" fmla="*/ 226858 h 1640228"/>
              <a:gd name="connsiteX251" fmla="*/ 705370 w 1576226"/>
              <a:gd name="connsiteY251" fmla="*/ 252970 h 1640228"/>
              <a:gd name="connsiteX252" fmla="*/ 679259 w 1576226"/>
              <a:gd name="connsiteY252" fmla="*/ 279080 h 1640228"/>
              <a:gd name="connsiteX253" fmla="*/ 653148 w 1576226"/>
              <a:gd name="connsiteY253" fmla="*/ 252970 h 1640228"/>
              <a:gd name="connsiteX254" fmla="*/ 679259 w 1576226"/>
              <a:gd name="connsiteY254" fmla="*/ 226858 h 1640228"/>
              <a:gd name="connsiteX255" fmla="*/ 461545 w 1576226"/>
              <a:gd name="connsiteY255" fmla="*/ 226858 h 1640228"/>
              <a:gd name="connsiteX256" fmla="*/ 487656 w 1576226"/>
              <a:gd name="connsiteY256" fmla="*/ 252970 h 1640228"/>
              <a:gd name="connsiteX257" fmla="*/ 461545 w 1576226"/>
              <a:gd name="connsiteY257" fmla="*/ 279081 h 1640228"/>
              <a:gd name="connsiteX258" fmla="*/ 435434 w 1576226"/>
              <a:gd name="connsiteY258" fmla="*/ 252970 h 1640228"/>
              <a:gd name="connsiteX259" fmla="*/ 461545 w 1576226"/>
              <a:gd name="connsiteY259" fmla="*/ 226858 h 1640228"/>
              <a:gd name="connsiteX260" fmla="*/ 243831 w 1576226"/>
              <a:gd name="connsiteY260" fmla="*/ 226858 h 1640228"/>
              <a:gd name="connsiteX261" fmla="*/ 269942 w 1576226"/>
              <a:gd name="connsiteY261" fmla="*/ 252970 h 1640228"/>
              <a:gd name="connsiteX262" fmla="*/ 243831 w 1576226"/>
              <a:gd name="connsiteY262" fmla="*/ 279081 h 1640228"/>
              <a:gd name="connsiteX263" fmla="*/ 217720 w 1576226"/>
              <a:gd name="connsiteY263" fmla="*/ 252970 h 1640228"/>
              <a:gd name="connsiteX264" fmla="*/ 243831 w 1576226"/>
              <a:gd name="connsiteY264" fmla="*/ 226858 h 1640228"/>
              <a:gd name="connsiteX265" fmla="*/ 26117 w 1576226"/>
              <a:gd name="connsiteY265" fmla="*/ 226858 h 1640228"/>
              <a:gd name="connsiteX266" fmla="*/ 52228 w 1576226"/>
              <a:gd name="connsiteY266" fmla="*/ 252970 h 1640228"/>
              <a:gd name="connsiteX267" fmla="*/ 26117 w 1576226"/>
              <a:gd name="connsiteY267" fmla="*/ 279081 h 1640228"/>
              <a:gd name="connsiteX268" fmla="*/ 6 w 1576226"/>
              <a:gd name="connsiteY268" fmla="*/ 252970 h 1640228"/>
              <a:gd name="connsiteX269" fmla="*/ 26117 w 1576226"/>
              <a:gd name="connsiteY269" fmla="*/ 226858 h 1640228"/>
              <a:gd name="connsiteX270" fmla="*/ 1332401 w 1576226"/>
              <a:gd name="connsiteY270" fmla="*/ 226858 h 1640228"/>
              <a:gd name="connsiteX271" fmla="*/ 1358512 w 1576226"/>
              <a:gd name="connsiteY271" fmla="*/ 252969 h 1640228"/>
              <a:gd name="connsiteX272" fmla="*/ 1332401 w 1576226"/>
              <a:gd name="connsiteY272" fmla="*/ 279080 h 1640228"/>
              <a:gd name="connsiteX273" fmla="*/ 1306290 w 1576226"/>
              <a:gd name="connsiteY273" fmla="*/ 252969 h 1640228"/>
              <a:gd name="connsiteX274" fmla="*/ 1332401 w 1576226"/>
              <a:gd name="connsiteY274" fmla="*/ 226858 h 1640228"/>
              <a:gd name="connsiteX275" fmla="*/ 1550115 w 1576226"/>
              <a:gd name="connsiteY275" fmla="*/ 226858 h 1640228"/>
              <a:gd name="connsiteX276" fmla="*/ 1576226 w 1576226"/>
              <a:gd name="connsiteY276" fmla="*/ 252969 h 1640228"/>
              <a:gd name="connsiteX277" fmla="*/ 1550115 w 1576226"/>
              <a:gd name="connsiteY277" fmla="*/ 279080 h 1640228"/>
              <a:gd name="connsiteX278" fmla="*/ 1524004 w 1576226"/>
              <a:gd name="connsiteY278" fmla="*/ 252969 h 1640228"/>
              <a:gd name="connsiteX279" fmla="*/ 1550115 w 1576226"/>
              <a:gd name="connsiteY279" fmla="*/ 226858 h 1640228"/>
              <a:gd name="connsiteX280" fmla="*/ 26117 w 1576226"/>
              <a:gd name="connsiteY280" fmla="*/ 2 h 1640228"/>
              <a:gd name="connsiteX281" fmla="*/ 52228 w 1576226"/>
              <a:gd name="connsiteY281" fmla="*/ 26113 h 1640228"/>
              <a:gd name="connsiteX282" fmla="*/ 26117 w 1576226"/>
              <a:gd name="connsiteY282" fmla="*/ 52224 h 1640228"/>
              <a:gd name="connsiteX283" fmla="*/ 6 w 1576226"/>
              <a:gd name="connsiteY283" fmla="*/ 26113 h 1640228"/>
              <a:gd name="connsiteX284" fmla="*/ 26117 w 1576226"/>
              <a:gd name="connsiteY284" fmla="*/ 2 h 1640228"/>
              <a:gd name="connsiteX285" fmla="*/ 243831 w 1576226"/>
              <a:gd name="connsiteY285" fmla="*/ 1 h 1640228"/>
              <a:gd name="connsiteX286" fmla="*/ 269942 w 1576226"/>
              <a:gd name="connsiteY286" fmla="*/ 26112 h 1640228"/>
              <a:gd name="connsiteX287" fmla="*/ 243831 w 1576226"/>
              <a:gd name="connsiteY287" fmla="*/ 52224 h 1640228"/>
              <a:gd name="connsiteX288" fmla="*/ 217720 w 1576226"/>
              <a:gd name="connsiteY288" fmla="*/ 26112 h 1640228"/>
              <a:gd name="connsiteX289" fmla="*/ 243831 w 1576226"/>
              <a:gd name="connsiteY289" fmla="*/ 1 h 1640228"/>
              <a:gd name="connsiteX290" fmla="*/ 461545 w 1576226"/>
              <a:gd name="connsiteY290" fmla="*/ 1 h 1640228"/>
              <a:gd name="connsiteX291" fmla="*/ 487656 w 1576226"/>
              <a:gd name="connsiteY291" fmla="*/ 26112 h 1640228"/>
              <a:gd name="connsiteX292" fmla="*/ 461545 w 1576226"/>
              <a:gd name="connsiteY292" fmla="*/ 52224 h 1640228"/>
              <a:gd name="connsiteX293" fmla="*/ 435434 w 1576226"/>
              <a:gd name="connsiteY293" fmla="*/ 26112 h 1640228"/>
              <a:gd name="connsiteX294" fmla="*/ 461545 w 1576226"/>
              <a:gd name="connsiteY294" fmla="*/ 1 h 1640228"/>
              <a:gd name="connsiteX295" fmla="*/ 679259 w 1576226"/>
              <a:gd name="connsiteY295" fmla="*/ 1 h 1640228"/>
              <a:gd name="connsiteX296" fmla="*/ 705370 w 1576226"/>
              <a:gd name="connsiteY296" fmla="*/ 26112 h 1640228"/>
              <a:gd name="connsiteX297" fmla="*/ 679259 w 1576226"/>
              <a:gd name="connsiteY297" fmla="*/ 52223 h 1640228"/>
              <a:gd name="connsiteX298" fmla="*/ 653148 w 1576226"/>
              <a:gd name="connsiteY298" fmla="*/ 26112 h 1640228"/>
              <a:gd name="connsiteX299" fmla="*/ 679259 w 1576226"/>
              <a:gd name="connsiteY299" fmla="*/ 1 h 1640228"/>
              <a:gd name="connsiteX300" fmla="*/ 896974 w 1576226"/>
              <a:gd name="connsiteY300" fmla="*/ 1 h 1640228"/>
              <a:gd name="connsiteX301" fmla="*/ 923085 w 1576226"/>
              <a:gd name="connsiteY301" fmla="*/ 26112 h 1640228"/>
              <a:gd name="connsiteX302" fmla="*/ 896974 w 1576226"/>
              <a:gd name="connsiteY302" fmla="*/ 52223 h 1640228"/>
              <a:gd name="connsiteX303" fmla="*/ 870863 w 1576226"/>
              <a:gd name="connsiteY303" fmla="*/ 26112 h 1640228"/>
              <a:gd name="connsiteX304" fmla="*/ 896974 w 1576226"/>
              <a:gd name="connsiteY304" fmla="*/ 1 h 1640228"/>
              <a:gd name="connsiteX305" fmla="*/ 1114688 w 1576226"/>
              <a:gd name="connsiteY305" fmla="*/ 1 h 1640228"/>
              <a:gd name="connsiteX306" fmla="*/ 1140799 w 1576226"/>
              <a:gd name="connsiteY306" fmla="*/ 26112 h 1640228"/>
              <a:gd name="connsiteX307" fmla="*/ 1114688 w 1576226"/>
              <a:gd name="connsiteY307" fmla="*/ 52223 h 1640228"/>
              <a:gd name="connsiteX308" fmla="*/ 1088577 w 1576226"/>
              <a:gd name="connsiteY308" fmla="*/ 26112 h 1640228"/>
              <a:gd name="connsiteX309" fmla="*/ 1114688 w 1576226"/>
              <a:gd name="connsiteY309" fmla="*/ 1 h 1640228"/>
              <a:gd name="connsiteX310" fmla="*/ 1332401 w 1576226"/>
              <a:gd name="connsiteY310" fmla="*/ 0 h 1640228"/>
              <a:gd name="connsiteX311" fmla="*/ 1358512 w 1576226"/>
              <a:gd name="connsiteY311" fmla="*/ 26111 h 1640228"/>
              <a:gd name="connsiteX312" fmla="*/ 1332401 w 1576226"/>
              <a:gd name="connsiteY312" fmla="*/ 52223 h 1640228"/>
              <a:gd name="connsiteX313" fmla="*/ 1306290 w 1576226"/>
              <a:gd name="connsiteY313" fmla="*/ 26111 h 1640228"/>
              <a:gd name="connsiteX314" fmla="*/ 1332401 w 1576226"/>
              <a:gd name="connsiteY314" fmla="*/ 0 h 1640228"/>
              <a:gd name="connsiteX315" fmla="*/ 1550115 w 1576226"/>
              <a:gd name="connsiteY315" fmla="*/ 0 h 1640228"/>
              <a:gd name="connsiteX316" fmla="*/ 1576226 w 1576226"/>
              <a:gd name="connsiteY316" fmla="*/ 26111 h 1640228"/>
              <a:gd name="connsiteX317" fmla="*/ 1550115 w 1576226"/>
              <a:gd name="connsiteY317" fmla="*/ 52222 h 1640228"/>
              <a:gd name="connsiteX318" fmla="*/ 1524004 w 1576226"/>
              <a:gd name="connsiteY318" fmla="*/ 26111 h 1640228"/>
              <a:gd name="connsiteX319" fmla="*/ 1550115 w 1576226"/>
              <a:gd name="connsiteY319" fmla="*/ 0 h 16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576226" h="1640228">
                <a:moveTo>
                  <a:pt x="1550109" y="1588006"/>
                </a:moveTo>
                <a:cubicBezTo>
                  <a:pt x="1564530" y="1588006"/>
                  <a:pt x="1576220" y="1599696"/>
                  <a:pt x="1576220" y="1614117"/>
                </a:cubicBezTo>
                <a:cubicBezTo>
                  <a:pt x="1576220" y="1628538"/>
                  <a:pt x="1564530" y="1640228"/>
                  <a:pt x="1550109" y="1640228"/>
                </a:cubicBezTo>
                <a:cubicBezTo>
                  <a:pt x="1535688" y="1640228"/>
                  <a:pt x="1523998" y="1628538"/>
                  <a:pt x="1523998" y="1614117"/>
                </a:cubicBezTo>
                <a:cubicBezTo>
                  <a:pt x="1523998" y="1599696"/>
                  <a:pt x="1535688" y="1588006"/>
                  <a:pt x="1550109" y="1588006"/>
                </a:cubicBezTo>
                <a:close/>
                <a:moveTo>
                  <a:pt x="1332395" y="1588006"/>
                </a:moveTo>
                <a:cubicBezTo>
                  <a:pt x="1346816" y="1588006"/>
                  <a:pt x="1358506" y="1599696"/>
                  <a:pt x="1358506" y="1614117"/>
                </a:cubicBezTo>
                <a:cubicBezTo>
                  <a:pt x="1358506" y="1628538"/>
                  <a:pt x="1346816" y="1640228"/>
                  <a:pt x="1332395" y="1640228"/>
                </a:cubicBezTo>
                <a:cubicBezTo>
                  <a:pt x="1317974" y="1640228"/>
                  <a:pt x="1306284" y="1628538"/>
                  <a:pt x="1306284" y="1614117"/>
                </a:cubicBezTo>
                <a:cubicBezTo>
                  <a:pt x="1306284" y="1599696"/>
                  <a:pt x="1317974" y="1588006"/>
                  <a:pt x="1332395" y="1588006"/>
                </a:cubicBezTo>
                <a:close/>
                <a:moveTo>
                  <a:pt x="1114682" y="1588006"/>
                </a:moveTo>
                <a:cubicBezTo>
                  <a:pt x="1129103" y="1588006"/>
                  <a:pt x="1140793" y="1599696"/>
                  <a:pt x="1140793" y="1614117"/>
                </a:cubicBezTo>
                <a:cubicBezTo>
                  <a:pt x="1140793" y="1628538"/>
                  <a:pt x="1129103" y="1640228"/>
                  <a:pt x="1114682" y="1640228"/>
                </a:cubicBezTo>
                <a:cubicBezTo>
                  <a:pt x="1100261" y="1640228"/>
                  <a:pt x="1088571" y="1628538"/>
                  <a:pt x="1088571" y="1614117"/>
                </a:cubicBezTo>
                <a:cubicBezTo>
                  <a:pt x="1088571" y="1599696"/>
                  <a:pt x="1100261" y="1588006"/>
                  <a:pt x="1114682" y="1588006"/>
                </a:cubicBezTo>
                <a:close/>
                <a:moveTo>
                  <a:pt x="896968" y="1588006"/>
                </a:moveTo>
                <a:cubicBezTo>
                  <a:pt x="911389" y="1588006"/>
                  <a:pt x="923079" y="1599696"/>
                  <a:pt x="923079" y="1614117"/>
                </a:cubicBezTo>
                <a:cubicBezTo>
                  <a:pt x="923079" y="1628538"/>
                  <a:pt x="911389" y="1640228"/>
                  <a:pt x="896968" y="1640228"/>
                </a:cubicBezTo>
                <a:cubicBezTo>
                  <a:pt x="882547" y="1640228"/>
                  <a:pt x="870857" y="1628538"/>
                  <a:pt x="870857" y="1614117"/>
                </a:cubicBezTo>
                <a:cubicBezTo>
                  <a:pt x="870857" y="1599696"/>
                  <a:pt x="882547" y="1588006"/>
                  <a:pt x="896968" y="1588006"/>
                </a:cubicBezTo>
                <a:close/>
                <a:moveTo>
                  <a:pt x="679253" y="1588006"/>
                </a:moveTo>
                <a:cubicBezTo>
                  <a:pt x="693674" y="1588006"/>
                  <a:pt x="705364" y="1599696"/>
                  <a:pt x="705364" y="1614117"/>
                </a:cubicBezTo>
                <a:cubicBezTo>
                  <a:pt x="705364" y="1628538"/>
                  <a:pt x="693674" y="1640228"/>
                  <a:pt x="679253" y="1640228"/>
                </a:cubicBezTo>
                <a:cubicBezTo>
                  <a:pt x="664832" y="1640228"/>
                  <a:pt x="653142" y="1628538"/>
                  <a:pt x="653142" y="1614117"/>
                </a:cubicBezTo>
                <a:cubicBezTo>
                  <a:pt x="653142" y="1599696"/>
                  <a:pt x="664832" y="1588006"/>
                  <a:pt x="679253" y="1588006"/>
                </a:cubicBezTo>
                <a:close/>
                <a:moveTo>
                  <a:pt x="461539" y="1588006"/>
                </a:moveTo>
                <a:cubicBezTo>
                  <a:pt x="475960" y="1588006"/>
                  <a:pt x="487650" y="1599696"/>
                  <a:pt x="487650" y="1614117"/>
                </a:cubicBezTo>
                <a:cubicBezTo>
                  <a:pt x="487650" y="1628538"/>
                  <a:pt x="475960" y="1640228"/>
                  <a:pt x="461539" y="1640228"/>
                </a:cubicBezTo>
                <a:cubicBezTo>
                  <a:pt x="447118" y="1640228"/>
                  <a:pt x="435428" y="1628538"/>
                  <a:pt x="435428" y="1614117"/>
                </a:cubicBezTo>
                <a:cubicBezTo>
                  <a:pt x="435428" y="1599696"/>
                  <a:pt x="447118" y="1588006"/>
                  <a:pt x="461539" y="1588006"/>
                </a:cubicBezTo>
                <a:close/>
                <a:moveTo>
                  <a:pt x="243825" y="1588006"/>
                </a:moveTo>
                <a:cubicBezTo>
                  <a:pt x="258246" y="1588006"/>
                  <a:pt x="269936" y="1599696"/>
                  <a:pt x="269936" y="1614117"/>
                </a:cubicBezTo>
                <a:cubicBezTo>
                  <a:pt x="269936" y="1628538"/>
                  <a:pt x="258246" y="1640228"/>
                  <a:pt x="243825" y="1640228"/>
                </a:cubicBezTo>
                <a:cubicBezTo>
                  <a:pt x="229404" y="1640228"/>
                  <a:pt x="217714" y="1628538"/>
                  <a:pt x="217714" y="1614117"/>
                </a:cubicBezTo>
                <a:cubicBezTo>
                  <a:pt x="217714" y="1599696"/>
                  <a:pt x="229404" y="1588006"/>
                  <a:pt x="243825" y="1588006"/>
                </a:cubicBezTo>
                <a:close/>
                <a:moveTo>
                  <a:pt x="26111" y="1588006"/>
                </a:moveTo>
                <a:cubicBezTo>
                  <a:pt x="40532" y="1588006"/>
                  <a:pt x="52222" y="1599696"/>
                  <a:pt x="52222" y="1614117"/>
                </a:cubicBezTo>
                <a:cubicBezTo>
                  <a:pt x="52222" y="1628538"/>
                  <a:pt x="40532" y="1640228"/>
                  <a:pt x="26111" y="1640228"/>
                </a:cubicBezTo>
                <a:cubicBezTo>
                  <a:pt x="11690" y="1640228"/>
                  <a:pt x="0" y="1628538"/>
                  <a:pt x="0" y="1614117"/>
                </a:cubicBezTo>
                <a:cubicBezTo>
                  <a:pt x="0" y="1599696"/>
                  <a:pt x="11690" y="1588006"/>
                  <a:pt x="26111" y="1588006"/>
                </a:cubicBezTo>
                <a:close/>
                <a:moveTo>
                  <a:pt x="1550110" y="1361148"/>
                </a:moveTo>
                <a:cubicBezTo>
                  <a:pt x="1564531" y="1361148"/>
                  <a:pt x="1576221" y="1372838"/>
                  <a:pt x="1576221" y="1387259"/>
                </a:cubicBezTo>
                <a:cubicBezTo>
                  <a:pt x="1576221" y="1401680"/>
                  <a:pt x="1564531" y="1413370"/>
                  <a:pt x="1550110" y="1413370"/>
                </a:cubicBezTo>
                <a:cubicBezTo>
                  <a:pt x="1535689" y="1413370"/>
                  <a:pt x="1523999" y="1401680"/>
                  <a:pt x="1523999" y="1387259"/>
                </a:cubicBezTo>
                <a:cubicBezTo>
                  <a:pt x="1523999" y="1372838"/>
                  <a:pt x="1535689" y="1361148"/>
                  <a:pt x="1550110" y="1361148"/>
                </a:cubicBezTo>
                <a:close/>
                <a:moveTo>
                  <a:pt x="1332396" y="1361148"/>
                </a:moveTo>
                <a:cubicBezTo>
                  <a:pt x="1346817" y="1361148"/>
                  <a:pt x="1358507" y="1372838"/>
                  <a:pt x="1358507" y="1387259"/>
                </a:cubicBezTo>
                <a:cubicBezTo>
                  <a:pt x="1358507" y="1401680"/>
                  <a:pt x="1346817" y="1413370"/>
                  <a:pt x="1332396" y="1413370"/>
                </a:cubicBezTo>
                <a:cubicBezTo>
                  <a:pt x="1317975" y="1413370"/>
                  <a:pt x="1306285" y="1401680"/>
                  <a:pt x="1306285" y="1387259"/>
                </a:cubicBezTo>
                <a:cubicBezTo>
                  <a:pt x="1306285" y="1372838"/>
                  <a:pt x="1317975" y="1361148"/>
                  <a:pt x="1332396" y="1361148"/>
                </a:cubicBezTo>
                <a:close/>
                <a:moveTo>
                  <a:pt x="1114683" y="1361148"/>
                </a:moveTo>
                <a:cubicBezTo>
                  <a:pt x="1129104" y="1361148"/>
                  <a:pt x="1140794" y="1372838"/>
                  <a:pt x="1140794" y="1387259"/>
                </a:cubicBezTo>
                <a:cubicBezTo>
                  <a:pt x="1140794" y="1401680"/>
                  <a:pt x="1129104" y="1413370"/>
                  <a:pt x="1114683" y="1413370"/>
                </a:cubicBezTo>
                <a:cubicBezTo>
                  <a:pt x="1100262" y="1413370"/>
                  <a:pt x="1088572" y="1401680"/>
                  <a:pt x="1088572" y="1387259"/>
                </a:cubicBezTo>
                <a:cubicBezTo>
                  <a:pt x="1088572" y="1372838"/>
                  <a:pt x="1100262" y="1361148"/>
                  <a:pt x="1114683" y="1361148"/>
                </a:cubicBezTo>
                <a:close/>
                <a:moveTo>
                  <a:pt x="896969" y="1361148"/>
                </a:moveTo>
                <a:cubicBezTo>
                  <a:pt x="911390" y="1361148"/>
                  <a:pt x="923080" y="1372838"/>
                  <a:pt x="923080" y="1387259"/>
                </a:cubicBezTo>
                <a:cubicBezTo>
                  <a:pt x="923080" y="1401680"/>
                  <a:pt x="911390" y="1413370"/>
                  <a:pt x="896969" y="1413370"/>
                </a:cubicBezTo>
                <a:cubicBezTo>
                  <a:pt x="882548" y="1413370"/>
                  <a:pt x="870858" y="1401680"/>
                  <a:pt x="870858" y="1387259"/>
                </a:cubicBezTo>
                <a:cubicBezTo>
                  <a:pt x="870858" y="1372838"/>
                  <a:pt x="882548" y="1361148"/>
                  <a:pt x="896969" y="1361148"/>
                </a:cubicBezTo>
                <a:close/>
                <a:moveTo>
                  <a:pt x="679254" y="1361148"/>
                </a:moveTo>
                <a:cubicBezTo>
                  <a:pt x="693675" y="1361148"/>
                  <a:pt x="705365" y="1372838"/>
                  <a:pt x="705365" y="1387259"/>
                </a:cubicBezTo>
                <a:cubicBezTo>
                  <a:pt x="705365" y="1401680"/>
                  <a:pt x="693675" y="1413370"/>
                  <a:pt x="679254" y="1413370"/>
                </a:cubicBezTo>
                <a:cubicBezTo>
                  <a:pt x="664833" y="1413370"/>
                  <a:pt x="653143" y="1401680"/>
                  <a:pt x="653143" y="1387259"/>
                </a:cubicBezTo>
                <a:cubicBezTo>
                  <a:pt x="653143" y="1372838"/>
                  <a:pt x="664833" y="1361148"/>
                  <a:pt x="679254" y="1361148"/>
                </a:cubicBezTo>
                <a:close/>
                <a:moveTo>
                  <a:pt x="461540" y="1361148"/>
                </a:moveTo>
                <a:cubicBezTo>
                  <a:pt x="475961" y="1361148"/>
                  <a:pt x="487651" y="1372838"/>
                  <a:pt x="487651" y="1387259"/>
                </a:cubicBezTo>
                <a:cubicBezTo>
                  <a:pt x="487651" y="1401680"/>
                  <a:pt x="475961" y="1413370"/>
                  <a:pt x="461540" y="1413370"/>
                </a:cubicBezTo>
                <a:cubicBezTo>
                  <a:pt x="447119" y="1413370"/>
                  <a:pt x="435429" y="1401680"/>
                  <a:pt x="435429" y="1387259"/>
                </a:cubicBezTo>
                <a:cubicBezTo>
                  <a:pt x="435429" y="1372838"/>
                  <a:pt x="447119" y="1361148"/>
                  <a:pt x="461540" y="1361148"/>
                </a:cubicBezTo>
                <a:close/>
                <a:moveTo>
                  <a:pt x="243826" y="1361148"/>
                </a:moveTo>
                <a:cubicBezTo>
                  <a:pt x="258247" y="1361148"/>
                  <a:pt x="269937" y="1372838"/>
                  <a:pt x="269937" y="1387259"/>
                </a:cubicBezTo>
                <a:cubicBezTo>
                  <a:pt x="269937" y="1401680"/>
                  <a:pt x="258247" y="1413370"/>
                  <a:pt x="243826" y="1413370"/>
                </a:cubicBezTo>
                <a:cubicBezTo>
                  <a:pt x="229405" y="1413370"/>
                  <a:pt x="217715" y="1401680"/>
                  <a:pt x="217715" y="1387259"/>
                </a:cubicBezTo>
                <a:cubicBezTo>
                  <a:pt x="217715" y="1372838"/>
                  <a:pt x="229405" y="1361148"/>
                  <a:pt x="243826" y="1361148"/>
                </a:cubicBezTo>
                <a:close/>
                <a:moveTo>
                  <a:pt x="26112" y="1361148"/>
                </a:moveTo>
                <a:cubicBezTo>
                  <a:pt x="40533" y="1361148"/>
                  <a:pt x="52223" y="1372838"/>
                  <a:pt x="52223" y="1387259"/>
                </a:cubicBezTo>
                <a:cubicBezTo>
                  <a:pt x="52223" y="1401680"/>
                  <a:pt x="40533" y="1413370"/>
                  <a:pt x="26112" y="1413370"/>
                </a:cubicBezTo>
                <a:cubicBezTo>
                  <a:pt x="11691" y="1413370"/>
                  <a:pt x="1" y="1401680"/>
                  <a:pt x="1" y="1387259"/>
                </a:cubicBezTo>
                <a:cubicBezTo>
                  <a:pt x="1" y="1372838"/>
                  <a:pt x="11691" y="1361148"/>
                  <a:pt x="26112" y="1361148"/>
                </a:cubicBezTo>
                <a:close/>
                <a:moveTo>
                  <a:pt x="1550111" y="1134290"/>
                </a:moveTo>
                <a:cubicBezTo>
                  <a:pt x="1564532" y="1134290"/>
                  <a:pt x="1576222" y="1145980"/>
                  <a:pt x="1576222" y="1160401"/>
                </a:cubicBezTo>
                <a:cubicBezTo>
                  <a:pt x="1576222" y="1174822"/>
                  <a:pt x="1564532" y="1186512"/>
                  <a:pt x="1550111" y="1186512"/>
                </a:cubicBezTo>
                <a:cubicBezTo>
                  <a:pt x="1535690" y="1186512"/>
                  <a:pt x="1524000" y="1174822"/>
                  <a:pt x="1524000" y="1160401"/>
                </a:cubicBezTo>
                <a:cubicBezTo>
                  <a:pt x="1524000" y="1145980"/>
                  <a:pt x="1535690" y="1134290"/>
                  <a:pt x="1550111" y="1134290"/>
                </a:cubicBezTo>
                <a:close/>
                <a:moveTo>
                  <a:pt x="1332397" y="1134290"/>
                </a:moveTo>
                <a:cubicBezTo>
                  <a:pt x="1346818" y="1134290"/>
                  <a:pt x="1358508" y="1145980"/>
                  <a:pt x="1358508" y="1160401"/>
                </a:cubicBezTo>
                <a:cubicBezTo>
                  <a:pt x="1358508" y="1174822"/>
                  <a:pt x="1346818" y="1186512"/>
                  <a:pt x="1332397" y="1186512"/>
                </a:cubicBezTo>
                <a:cubicBezTo>
                  <a:pt x="1317976" y="1186512"/>
                  <a:pt x="1306286" y="1174822"/>
                  <a:pt x="1306286" y="1160401"/>
                </a:cubicBezTo>
                <a:cubicBezTo>
                  <a:pt x="1306286" y="1145980"/>
                  <a:pt x="1317976" y="1134290"/>
                  <a:pt x="1332397" y="1134290"/>
                </a:cubicBezTo>
                <a:close/>
                <a:moveTo>
                  <a:pt x="1114684" y="1134290"/>
                </a:moveTo>
                <a:cubicBezTo>
                  <a:pt x="1129105" y="1134290"/>
                  <a:pt x="1140795" y="1145980"/>
                  <a:pt x="1140795" y="1160401"/>
                </a:cubicBezTo>
                <a:cubicBezTo>
                  <a:pt x="1140795" y="1174822"/>
                  <a:pt x="1129105" y="1186512"/>
                  <a:pt x="1114684" y="1186512"/>
                </a:cubicBezTo>
                <a:cubicBezTo>
                  <a:pt x="1100263" y="1186512"/>
                  <a:pt x="1088573" y="1174822"/>
                  <a:pt x="1088573" y="1160401"/>
                </a:cubicBezTo>
                <a:cubicBezTo>
                  <a:pt x="1088573" y="1145980"/>
                  <a:pt x="1100263" y="1134290"/>
                  <a:pt x="1114684" y="1134290"/>
                </a:cubicBezTo>
                <a:close/>
                <a:moveTo>
                  <a:pt x="896970" y="1134290"/>
                </a:moveTo>
                <a:cubicBezTo>
                  <a:pt x="911391" y="1134290"/>
                  <a:pt x="923081" y="1145980"/>
                  <a:pt x="923081" y="1160401"/>
                </a:cubicBezTo>
                <a:cubicBezTo>
                  <a:pt x="923081" y="1174822"/>
                  <a:pt x="911391" y="1186512"/>
                  <a:pt x="896970" y="1186512"/>
                </a:cubicBezTo>
                <a:cubicBezTo>
                  <a:pt x="882549" y="1186512"/>
                  <a:pt x="870859" y="1174822"/>
                  <a:pt x="870859" y="1160401"/>
                </a:cubicBezTo>
                <a:cubicBezTo>
                  <a:pt x="870859" y="1145980"/>
                  <a:pt x="882549" y="1134290"/>
                  <a:pt x="896970" y="1134290"/>
                </a:cubicBezTo>
                <a:close/>
                <a:moveTo>
                  <a:pt x="679255" y="1134290"/>
                </a:moveTo>
                <a:cubicBezTo>
                  <a:pt x="693676" y="1134290"/>
                  <a:pt x="705366" y="1145980"/>
                  <a:pt x="705366" y="1160401"/>
                </a:cubicBezTo>
                <a:cubicBezTo>
                  <a:pt x="705366" y="1174822"/>
                  <a:pt x="693676" y="1186512"/>
                  <a:pt x="679255" y="1186512"/>
                </a:cubicBezTo>
                <a:cubicBezTo>
                  <a:pt x="664834" y="1186512"/>
                  <a:pt x="653144" y="1174822"/>
                  <a:pt x="653144" y="1160401"/>
                </a:cubicBezTo>
                <a:cubicBezTo>
                  <a:pt x="653144" y="1145980"/>
                  <a:pt x="664834" y="1134290"/>
                  <a:pt x="679255" y="1134290"/>
                </a:cubicBezTo>
                <a:close/>
                <a:moveTo>
                  <a:pt x="461541" y="1134290"/>
                </a:moveTo>
                <a:cubicBezTo>
                  <a:pt x="475962" y="1134290"/>
                  <a:pt x="487652" y="1145980"/>
                  <a:pt x="487652" y="1160401"/>
                </a:cubicBezTo>
                <a:cubicBezTo>
                  <a:pt x="487652" y="1174822"/>
                  <a:pt x="475962" y="1186512"/>
                  <a:pt x="461541" y="1186512"/>
                </a:cubicBezTo>
                <a:cubicBezTo>
                  <a:pt x="447120" y="1186512"/>
                  <a:pt x="435430" y="1174822"/>
                  <a:pt x="435430" y="1160401"/>
                </a:cubicBezTo>
                <a:cubicBezTo>
                  <a:pt x="435430" y="1145980"/>
                  <a:pt x="447120" y="1134290"/>
                  <a:pt x="461541" y="1134290"/>
                </a:cubicBezTo>
                <a:close/>
                <a:moveTo>
                  <a:pt x="243827" y="1134290"/>
                </a:moveTo>
                <a:cubicBezTo>
                  <a:pt x="258248" y="1134290"/>
                  <a:pt x="269938" y="1145980"/>
                  <a:pt x="269938" y="1160401"/>
                </a:cubicBezTo>
                <a:cubicBezTo>
                  <a:pt x="269938" y="1174822"/>
                  <a:pt x="258248" y="1186512"/>
                  <a:pt x="243827" y="1186512"/>
                </a:cubicBezTo>
                <a:cubicBezTo>
                  <a:pt x="229406" y="1186512"/>
                  <a:pt x="217716" y="1174822"/>
                  <a:pt x="217716" y="1160401"/>
                </a:cubicBezTo>
                <a:cubicBezTo>
                  <a:pt x="217716" y="1145980"/>
                  <a:pt x="229406" y="1134290"/>
                  <a:pt x="243827" y="1134290"/>
                </a:cubicBezTo>
                <a:close/>
                <a:moveTo>
                  <a:pt x="26113" y="1134290"/>
                </a:moveTo>
                <a:cubicBezTo>
                  <a:pt x="40534" y="1134290"/>
                  <a:pt x="52224" y="1145980"/>
                  <a:pt x="52224" y="1160401"/>
                </a:cubicBezTo>
                <a:cubicBezTo>
                  <a:pt x="52224" y="1174822"/>
                  <a:pt x="40534" y="1186512"/>
                  <a:pt x="26113" y="1186512"/>
                </a:cubicBezTo>
                <a:cubicBezTo>
                  <a:pt x="11692" y="1186512"/>
                  <a:pt x="2" y="1174822"/>
                  <a:pt x="2" y="1160401"/>
                </a:cubicBezTo>
                <a:cubicBezTo>
                  <a:pt x="2" y="1145980"/>
                  <a:pt x="11692" y="1134290"/>
                  <a:pt x="26113" y="1134290"/>
                </a:cubicBezTo>
                <a:close/>
                <a:moveTo>
                  <a:pt x="1550112" y="907432"/>
                </a:moveTo>
                <a:cubicBezTo>
                  <a:pt x="1564533" y="907432"/>
                  <a:pt x="1576223" y="919122"/>
                  <a:pt x="1576223" y="933543"/>
                </a:cubicBezTo>
                <a:cubicBezTo>
                  <a:pt x="1576223" y="947964"/>
                  <a:pt x="1564533" y="959654"/>
                  <a:pt x="1550112" y="959654"/>
                </a:cubicBezTo>
                <a:cubicBezTo>
                  <a:pt x="1535691" y="959654"/>
                  <a:pt x="1524001" y="947964"/>
                  <a:pt x="1524001" y="933543"/>
                </a:cubicBezTo>
                <a:cubicBezTo>
                  <a:pt x="1524001" y="919122"/>
                  <a:pt x="1535691" y="907432"/>
                  <a:pt x="1550112" y="907432"/>
                </a:cubicBezTo>
                <a:close/>
                <a:moveTo>
                  <a:pt x="1332398" y="907432"/>
                </a:moveTo>
                <a:cubicBezTo>
                  <a:pt x="1346819" y="907432"/>
                  <a:pt x="1358509" y="919122"/>
                  <a:pt x="1358509" y="933543"/>
                </a:cubicBezTo>
                <a:cubicBezTo>
                  <a:pt x="1358509" y="947964"/>
                  <a:pt x="1346819" y="959654"/>
                  <a:pt x="1332398" y="959654"/>
                </a:cubicBezTo>
                <a:cubicBezTo>
                  <a:pt x="1317977" y="959654"/>
                  <a:pt x="1306287" y="947964"/>
                  <a:pt x="1306287" y="933543"/>
                </a:cubicBezTo>
                <a:cubicBezTo>
                  <a:pt x="1306287" y="919122"/>
                  <a:pt x="1317977" y="907432"/>
                  <a:pt x="1332398" y="907432"/>
                </a:cubicBezTo>
                <a:close/>
                <a:moveTo>
                  <a:pt x="1114685" y="907432"/>
                </a:moveTo>
                <a:cubicBezTo>
                  <a:pt x="1129106" y="907432"/>
                  <a:pt x="1140796" y="919122"/>
                  <a:pt x="1140796" y="933543"/>
                </a:cubicBezTo>
                <a:cubicBezTo>
                  <a:pt x="1140796" y="947964"/>
                  <a:pt x="1129106" y="959654"/>
                  <a:pt x="1114685" y="959654"/>
                </a:cubicBezTo>
                <a:cubicBezTo>
                  <a:pt x="1100264" y="959654"/>
                  <a:pt x="1088574" y="947964"/>
                  <a:pt x="1088574" y="933543"/>
                </a:cubicBezTo>
                <a:cubicBezTo>
                  <a:pt x="1088574" y="919122"/>
                  <a:pt x="1100264" y="907432"/>
                  <a:pt x="1114685" y="907432"/>
                </a:cubicBezTo>
                <a:close/>
                <a:moveTo>
                  <a:pt x="896971" y="907432"/>
                </a:moveTo>
                <a:cubicBezTo>
                  <a:pt x="911392" y="907432"/>
                  <a:pt x="923082" y="919122"/>
                  <a:pt x="923082" y="933543"/>
                </a:cubicBezTo>
                <a:cubicBezTo>
                  <a:pt x="923082" y="947964"/>
                  <a:pt x="911392" y="959654"/>
                  <a:pt x="896971" y="959654"/>
                </a:cubicBezTo>
                <a:cubicBezTo>
                  <a:pt x="882550" y="959654"/>
                  <a:pt x="870860" y="947964"/>
                  <a:pt x="870860" y="933543"/>
                </a:cubicBezTo>
                <a:cubicBezTo>
                  <a:pt x="870860" y="919122"/>
                  <a:pt x="882550" y="907432"/>
                  <a:pt x="896971" y="907432"/>
                </a:cubicBezTo>
                <a:close/>
                <a:moveTo>
                  <a:pt x="679256" y="907432"/>
                </a:moveTo>
                <a:cubicBezTo>
                  <a:pt x="693677" y="907432"/>
                  <a:pt x="705367" y="919122"/>
                  <a:pt x="705367" y="933543"/>
                </a:cubicBezTo>
                <a:cubicBezTo>
                  <a:pt x="705367" y="947964"/>
                  <a:pt x="693677" y="959654"/>
                  <a:pt x="679256" y="959654"/>
                </a:cubicBezTo>
                <a:cubicBezTo>
                  <a:pt x="664835" y="959654"/>
                  <a:pt x="653145" y="947964"/>
                  <a:pt x="653145" y="933543"/>
                </a:cubicBezTo>
                <a:cubicBezTo>
                  <a:pt x="653145" y="919122"/>
                  <a:pt x="664835" y="907432"/>
                  <a:pt x="679256" y="907432"/>
                </a:cubicBezTo>
                <a:close/>
                <a:moveTo>
                  <a:pt x="461542" y="907432"/>
                </a:moveTo>
                <a:cubicBezTo>
                  <a:pt x="475963" y="907432"/>
                  <a:pt x="487653" y="919122"/>
                  <a:pt x="487653" y="933543"/>
                </a:cubicBezTo>
                <a:cubicBezTo>
                  <a:pt x="487653" y="947964"/>
                  <a:pt x="475963" y="959654"/>
                  <a:pt x="461542" y="959654"/>
                </a:cubicBezTo>
                <a:cubicBezTo>
                  <a:pt x="447121" y="959654"/>
                  <a:pt x="435431" y="947964"/>
                  <a:pt x="435431" y="933543"/>
                </a:cubicBezTo>
                <a:cubicBezTo>
                  <a:pt x="435431" y="919122"/>
                  <a:pt x="447121" y="907432"/>
                  <a:pt x="461542" y="907432"/>
                </a:cubicBezTo>
                <a:close/>
                <a:moveTo>
                  <a:pt x="243828" y="907432"/>
                </a:moveTo>
                <a:cubicBezTo>
                  <a:pt x="258249" y="907432"/>
                  <a:pt x="269939" y="919122"/>
                  <a:pt x="269939" y="933543"/>
                </a:cubicBezTo>
                <a:cubicBezTo>
                  <a:pt x="269939" y="947964"/>
                  <a:pt x="258249" y="959654"/>
                  <a:pt x="243828" y="959654"/>
                </a:cubicBezTo>
                <a:cubicBezTo>
                  <a:pt x="229407" y="959654"/>
                  <a:pt x="217717" y="947964"/>
                  <a:pt x="217717" y="933543"/>
                </a:cubicBezTo>
                <a:cubicBezTo>
                  <a:pt x="217717" y="919122"/>
                  <a:pt x="229407" y="907432"/>
                  <a:pt x="243828" y="907432"/>
                </a:cubicBezTo>
                <a:close/>
                <a:moveTo>
                  <a:pt x="26114" y="907432"/>
                </a:moveTo>
                <a:cubicBezTo>
                  <a:pt x="40535" y="907432"/>
                  <a:pt x="52225" y="919122"/>
                  <a:pt x="52225" y="933543"/>
                </a:cubicBezTo>
                <a:cubicBezTo>
                  <a:pt x="52225" y="947964"/>
                  <a:pt x="40535" y="959654"/>
                  <a:pt x="26114" y="959654"/>
                </a:cubicBezTo>
                <a:cubicBezTo>
                  <a:pt x="11693" y="959654"/>
                  <a:pt x="3" y="947964"/>
                  <a:pt x="3" y="933543"/>
                </a:cubicBezTo>
                <a:cubicBezTo>
                  <a:pt x="3" y="919122"/>
                  <a:pt x="11693" y="907432"/>
                  <a:pt x="26114" y="907432"/>
                </a:cubicBezTo>
                <a:close/>
                <a:moveTo>
                  <a:pt x="1550113" y="680574"/>
                </a:moveTo>
                <a:cubicBezTo>
                  <a:pt x="1564534" y="680574"/>
                  <a:pt x="1576224" y="692264"/>
                  <a:pt x="1576224" y="706685"/>
                </a:cubicBezTo>
                <a:cubicBezTo>
                  <a:pt x="1576224" y="721106"/>
                  <a:pt x="1564534" y="732796"/>
                  <a:pt x="1550113" y="732796"/>
                </a:cubicBezTo>
                <a:cubicBezTo>
                  <a:pt x="1535692" y="732796"/>
                  <a:pt x="1524002" y="721106"/>
                  <a:pt x="1524002" y="706685"/>
                </a:cubicBezTo>
                <a:cubicBezTo>
                  <a:pt x="1524002" y="692264"/>
                  <a:pt x="1535692" y="680574"/>
                  <a:pt x="1550113" y="680574"/>
                </a:cubicBezTo>
                <a:close/>
                <a:moveTo>
                  <a:pt x="1332399" y="680574"/>
                </a:moveTo>
                <a:cubicBezTo>
                  <a:pt x="1346820" y="680574"/>
                  <a:pt x="1358510" y="692264"/>
                  <a:pt x="1358510" y="706685"/>
                </a:cubicBezTo>
                <a:cubicBezTo>
                  <a:pt x="1358510" y="721106"/>
                  <a:pt x="1346820" y="732796"/>
                  <a:pt x="1332399" y="732796"/>
                </a:cubicBezTo>
                <a:cubicBezTo>
                  <a:pt x="1317978" y="732796"/>
                  <a:pt x="1306288" y="721106"/>
                  <a:pt x="1306288" y="706685"/>
                </a:cubicBezTo>
                <a:cubicBezTo>
                  <a:pt x="1306288" y="692264"/>
                  <a:pt x="1317978" y="680574"/>
                  <a:pt x="1332399" y="680574"/>
                </a:cubicBezTo>
                <a:close/>
                <a:moveTo>
                  <a:pt x="1114686" y="680574"/>
                </a:moveTo>
                <a:cubicBezTo>
                  <a:pt x="1129107" y="680574"/>
                  <a:pt x="1140797" y="692264"/>
                  <a:pt x="1140797" y="706685"/>
                </a:cubicBezTo>
                <a:cubicBezTo>
                  <a:pt x="1140797" y="721106"/>
                  <a:pt x="1129107" y="732796"/>
                  <a:pt x="1114686" y="732796"/>
                </a:cubicBezTo>
                <a:cubicBezTo>
                  <a:pt x="1100265" y="732796"/>
                  <a:pt x="1088575" y="721106"/>
                  <a:pt x="1088575" y="706685"/>
                </a:cubicBezTo>
                <a:cubicBezTo>
                  <a:pt x="1088575" y="692264"/>
                  <a:pt x="1100265" y="680574"/>
                  <a:pt x="1114686" y="680574"/>
                </a:cubicBezTo>
                <a:close/>
                <a:moveTo>
                  <a:pt x="896972" y="680574"/>
                </a:moveTo>
                <a:cubicBezTo>
                  <a:pt x="911393" y="680574"/>
                  <a:pt x="923083" y="692264"/>
                  <a:pt x="923083" y="706685"/>
                </a:cubicBezTo>
                <a:cubicBezTo>
                  <a:pt x="923083" y="721106"/>
                  <a:pt x="911393" y="732796"/>
                  <a:pt x="896972" y="732796"/>
                </a:cubicBezTo>
                <a:cubicBezTo>
                  <a:pt x="882551" y="732796"/>
                  <a:pt x="870861" y="721106"/>
                  <a:pt x="870861" y="706685"/>
                </a:cubicBezTo>
                <a:cubicBezTo>
                  <a:pt x="870861" y="692264"/>
                  <a:pt x="882551" y="680574"/>
                  <a:pt x="896972" y="680574"/>
                </a:cubicBezTo>
                <a:close/>
                <a:moveTo>
                  <a:pt x="679257" y="680574"/>
                </a:moveTo>
                <a:cubicBezTo>
                  <a:pt x="693678" y="680574"/>
                  <a:pt x="705368" y="692264"/>
                  <a:pt x="705368" y="706685"/>
                </a:cubicBezTo>
                <a:cubicBezTo>
                  <a:pt x="705368" y="721106"/>
                  <a:pt x="693678" y="732796"/>
                  <a:pt x="679257" y="732796"/>
                </a:cubicBezTo>
                <a:cubicBezTo>
                  <a:pt x="664836" y="732796"/>
                  <a:pt x="653146" y="721106"/>
                  <a:pt x="653146" y="706685"/>
                </a:cubicBezTo>
                <a:cubicBezTo>
                  <a:pt x="653146" y="692264"/>
                  <a:pt x="664836" y="680574"/>
                  <a:pt x="679257" y="680574"/>
                </a:cubicBezTo>
                <a:close/>
                <a:moveTo>
                  <a:pt x="461543" y="680574"/>
                </a:moveTo>
                <a:cubicBezTo>
                  <a:pt x="475964" y="680574"/>
                  <a:pt x="487654" y="692264"/>
                  <a:pt x="487654" y="706685"/>
                </a:cubicBezTo>
                <a:cubicBezTo>
                  <a:pt x="487654" y="721106"/>
                  <a:pt x="475964" y="732796"/>
                  <a:pt x="461543" y="732796"/>
                </a:cubicBezTo>
                <a:cubicBezTo>
                  <a:pt x="447122" y="732796"/>
                  <a:pt x="435432" y="721106"/>
                  <a:pt x="435432" y="706685"/>
                </a:cubicBezTo>
                <a:cubicBezTo>
                  <a:pt x="435432" y="692264"/>
                  <a:pt x="447122" y="680574"/>
                  <a:pt x="461543" y="680574"/>
                </a:cubicBezTo>
                <a:close/>
                <a:moveTo>
                  <a:pt x="243829" y="680574"/>
                </a:moveTo>
                <a:cubicBezTo>
                  <a:pt x="258250" y="680574"/>
                  <a:pt x="269940" y="692264"/>
                  <a:pt x="269940" y="706685"/>
                </a:cubicBezTo>
                <a:cubicBezTo>
                  <a:pt x="269940" y="721106"/>
                  <a:pt x="258250" y="732796"/>
                  <a:pt x="243829" y="732796"/>
                </a:cubicBezTo>
                <a:cubicBezTo>
                  <a:pt x="229408" y="732796"/>
                  <a:pt x="217718" y="721106"/>
                  <a:pt x="217718" y="706685"/>
                </a:cubicBezTo>
                <a:cubicBezTo>
                  <a:pt x="217718" y="692264"/>
                  <a:pt x="229408" y="680574"/>
                  <a:pt x="243829" y="680574"/>
                </a:cubicBezTo>
                <a:close/>
                <a:moveTo>
                  <a:pt x="26115" y="680574"/>
                </a:moveTo>
                <a:cubicBezTo>
                  <a:pt x="40536" y="680574"/>
                  <a:pt x="52226" y="692264"/>
                  <a:pt x="52226" y="706685"/>
                </a:cubicBezTo>
                <a:cubicBezTo>
                  <a:pt x="52226" y="721106"/>
                  <a:pt x="40536" y="732796"/>
                  <a:pt x="26115" y="732796"/>
                </a:cubicBezTo>
                <a:cubicBezTo>
                  <a:pt x="11694" y="732796"/>
                  <a:pt x="4" y="721106"/>
                  <a:pt x="4" y="706685"/>
                </a:cubicBezTo>
                <a:cubicBezTo>
                  <a:pt x="4" y="692264"/>
                  <a:pt x="11694" y="680574"/>
                  <a:pt x="26115" y="680574"/>
                </a:cubicBezTo>
                <a:close/>
                <a:moveTo>
                  <a:pt x="26116" y="453717"/>
                </a:moveTo>
                <a:cubicBezTo>
                  <a:pt x="40537" y="453717"/>
                  <a:pt x="52227" y="465407"/>
                  <a:pt x="52227" y="479827"/>
                </a:cubicBezTo>
                <a:cubicBezTo>
                  <a:pt x="52227" y="494249"/>
                  <a:pt x="40537" y="505939"/>
                  <a:pt x="26116" y="505939"/>
                </a:cubicBezTo>
                <a:cubicBezTo>
                  <a:pt x="11695" y="505939"/>
                  <a:pt x="5" y="494249"/>
                  <a:pt x="5" y="479827"/>
                </a:cubicBezTo>
                <a:cubicBezTo>
                  <a:pt x="5" y="465407"/>
                  <a:pt x="11695" y="453717"/>
                  <a:pt x="26116" y="453717"/>
                </a:cubicBezTo>
                <a:close/>
                <a:moveTo>
                  <a:pt x="243830" y="453717"/>
                </a:moveTo>
                <a:cubicBezTo>
                  <a:pt x="258251" y="453717"/>
                  <a:pt x="269941" y="465407"/>
                  <a:pt x="269941" y="479827"/>
                </a:cubicBezTo>
                <a:cubicBezTo>
                  <a:pt x="269941" y="494249"/>
                  <a:pt x="258251" y="505939"/>
                  <a:pt x="243830" y="505939"/>
                </a:cubicBezTo>
                <a:cubicBezTo>
                  <a:pt x="229409" y="505939"/>
                  <a:pt x="217719" y="494249"/>
                  <a:pt x="217719" y="479827"/>
                </a:cubicBezTo>
                <a:cubicBezTo>
                  <a:pt x="217719" y="465407"/>
                  <a:pt x="229409" y="453717"/>
                  <a:pt x="243830" y="453717"/>
                </a:cubicBezTo>
                <a:close/>
                <a:moveTo>
                  <a:pt x="461544" y="453717"/>
                </a:moveTo>
                <a:cubicBezTo>
                  <a:pt x="475965" y="453717"/>
                  <a:pt x="487655" y="465407"/>
                  <a:pt x="487655" y="479827"/>
                </a:cubicBezTo>
                <a:cubicBezTo>
                  <a:pt x="487655" y="494249"/>
                  <a:pt x="475965" y="505939"/>
                  <a:pt x="461544" y="505939"/>
                </a:cubicBezTo>
                <a:cubicBezTo>
                  <a:pt x="447123" y="505939"/>
                  <a:pt x="435433" y="494249"/>
                  <a:pt x="435433" y="479827"/>
                </a:cubicBezTo>
                <a:cubicBezTo>
                  <a:pt x="435433" y="465407"/>
                  <a:pt x="447123" y="453717"/>
                  <a:pt x="461544" y="453717"/>
                </a:cubicBezTo>
                <a:close/>
                <a:moveTo>
                  <a:pt x="679258" y="453717"/>
                </a:moveTo>
                <a:cubicBezTo>
                  <a:pt x="693679" y="453717"/>
                  <a:pt x="705369" y="465407"/>
                  <a:pt x="705369" y="479827"/>
                </a:cubicBezTo>
                <a:cubicBezTo>
                  <a:pt x="705369" y="494249"/>
                  <a:pt x="693679" y="505939"/>
                  <a:pt x="679258" y="505939"/>
                </a:cubicBezTo>
                <a:cubicBezTo>
                  <a:pt x="664837" y="505939"/>
                  <a:pt x="653147" y="494249"/>
                  <a:pt x="653147" y="479827"/>
                </a:cubicBezTo>
                <a:cubicBezTo>
                  <a:pt x="653147" y="465407"/>
                  <a:pt x="664837" y="453717"/>
                  <a:pt x="679258" y="453717"/>
                </a:cubicBezTo>
                <a:close/>
                <a:moveTo>
                  <a:pt x="896973" y="453717"/>
                </a:moveTo>
                <a:cubicBezTo>
                  <a:pt x="911394" y="453717"/>
                  <a:pt x="923084" y="465406"/>
                  <a:pt x="923084" y="479827"/>
                </a:cubicBezTo>
                <a:cubicBezTo>
                  <a:pt x="923084" y="494248"/>
                  <a:pt x="911394" y="505939"/>
                  <a:pt x="896973" y="505939"/>
                </a:cubicBezTo>
                <a:cubicBezTo>
                  <a:pt x="882552" y="505939"/>
                  <a:pt x="870862" y="494248"/>
                  <a:pt x="870862" y="479827"/>
                </a:cubicBezTo>
                <a:cubicBezTo>
                  <a:pt x="870862" y="465406"/>
                  <a:pt x="882552" y="453717"/>
                  <a:pt x="896973" y="453717"/>
                </a:cubicBezTo>
                <a:close/>
                <a:moveTo>
                  <a:pt x="1114687" y="453717"/>
                </a:moveTo>
                <a:cubicBezTo>
                  <a:pt x="1129108" y="453717"/>
                  <a:pt x="1140798" y="465406"/>
                  <a:pt x="1140798" y="479827"/>
                </a:cubicBezTo>
                <a:cubicBezTo>
                  <a:pt x="1140798" y="494248"/>
                  <a:pt x="1129108" y="505938"/>
                  <a:pt x="1114687" y="505938"/>
                </a:cubicBezTo>
                <a:cubicBezTo>
                  <a:pt x="1100266" y="505938"/>
                  <a:pt x="1088576" y="494248"/>
                  <a:pt x="1088576" y="479827"/>
                </a:cubicBezTo>
                <a:cubicBezTo>
                  <a:pt x="1088576" y="465406"/>
                  <a:pt x="1100266" y="453717"/>
                  <a:pt x="1114687" y="453717"/>
                </a:cubicBezTo>
                <a:close/>
                <a:moveTo>
                  <a:pt x="1332400" y="453716"/>
                </a:moveTo>
                <a:cubicBezTo>
                  <a:pt x="1346821" y="453716"/>
                  <a:pt x="1358511" y="465406"/>
                  <a:pt x="1358511" y="479827"/>
                </a:cubicBezTo>
                <a:cubicBezTo>
                  <a:pt x="1358511" y="494248"/>
                  <a:pt x="1346821" y="505938"/>
                  <a:pt x="1332400" y="505938"/>
                </a:cubicBezTo>
                <a:cubicBezTo>
                  <a:pt x="1317979" y="505938"/>
                  <a:pt x="1306289" y="494248"/>
                  <a:pt x="1306289" y="479827"/>
                </a:cubicBezTo>
                <a:cubicBezTo>
                  <a:pt x="1306289" y="465406"/>
                  <a:pt x="1317979" y="453716"/>
                  <a:pt x="1332400" y="453716"/>
                </a:cubicBezTo>
                <a:close/>
                <a:moveTo>
                  <a:pt x="1550114" y="453716"/>
                </a:moveTo>
                <a:cubicBezTo>
                  <a:pt x="1564535" y="453716"/>
                  <a:pt x="1576225" y="465406"/>
                  <a:pt x="1576225" y="479827"/>
                </a:cubicBezTo>
                <a:cubicBezTo>
                  <a:pt x="1576225" y="494248"/>
                  <a:pt x="1564535" y="505938"/>
                  <a:pt x="1550114" y="505938"/>
                </a:cubicBezTo>
                <a:cubicBezTo>
                  <a:pt x="1535693" y="505938"/>
                  <a:pt x="1524003" y="494248"/>
                  <a:pt x="1524003" y="479827"/>
                </a:cubicBezTo>
                <a:cubicBezTo>
                  <a:pt x="1524003" y="465406"/>
                  <a:pt x="1535693" y="453716"/>
                  <a:pt x="1550114" y="453716"/>
                </a:cubicBezTo>
                <a:close/>
                <a:moveTo>
                  <a:pt x="1114688" y="226858"/>
                </a:moveTo>
                <a:cubicBezTo>
                  <a:pt x="1129109" y="226858"/>
                  <a:pt x="1140799" y="238548"/>
                  <a:pt x="1140799" y="252969"/>
                </a:cubicBezTo>
                <a:cubicBezTo>
                  <a:pt x="1140799" y="267390"/>
                  <a:pt x="1129109" y="279080"/>
                  <a:pt x="1114688" y="279080"/>
                </a:cubicBezTo>
                <a:cubicBezTo>
                  <a:pt x="1100267" y="279080"/>
                  <a:pt x="1088577" y="267390"/>
                  <a:pt x="1088577" y="252969"/>
                </a:cubicBezTo>
                <a:cubicBezTo>
                  <a:pt x="1088577" y="238548"/>
                  <a:pt x="1100267" y="226858"/>
                  <a:pt x="1114688" y="226858"/>
                </a:cubicBezTo>
                <a:close/>
                <a:moveTo>
                  <a:pt x="896974" y="226858"/>
                </a:moveTo>
                <a:cubicBezTo>
                  <a:pt x="911395" y="226858"/>
                  <a:pt x="923085" y="238548"/>
                  <a:pt x="923085" y="252969"/>
                </a:cubicBezTo>
                <a:cubicBezTo>
                  <a:pt x="923085" y="267390"/>
                  <a:pt x="911395" y="279080"/>
                  <a:pt x="896974" y="279080"/>
                </a:cubicBezTo>
                <a:cubicBezTo>
                  <a:pt x="882553" y="279080"/>
                  <a:pt x="870863" y="267390"/>
                  <a:pt x="870863" y="252969"/>
                </a:cubicBezTo>
                <a:cubicBezTo>
                  <a:pt x="870863" y="238548"/>
                  <a:pt x="882553" y="226858"/>
                  <a:pt x="896974" y="226858"/>
                </a:cubicBezTo>
                <a:close/>
                <a:moveTo>
                  <a:pt x="679259" y="226858"/>
                </a:moveTo>
                <a:cubicBezTo>
                  <a:pt x="693680" y="226858"/>
                  <a:pt x="705370" y="238548"/>
                  <a:pt x="705370" y="252970"/>
                </a:cubicBezTo>
                <a:cubicBezTo>
                  <a:pt x="705370" y="267391"/>
                  <a:pt x="693680" y="279080"/>
                  <a:pt x="679259" y="279080"/>
                </a:cubicBezTo>
                <a:cubicBezTo>
                  <a:pt x="664838" y="279080"/>
                  <a:pt x="653148" y="267391"/>
                  <a:pt x="653148" y="252970"/>
                </a:cubicBezTo>
                <a:cubicBezTo>
                  <a:pt x="653148" y="238548"/>
                  <a:pt x="664838" y="226858"/>
                  <a:pt x="679259" y="226858"/>
                </a:cubicBezTo>
                <a:close/>
                <a:moveTo>
                  <a:pt x="461545" y="226858"/>
                </a:moveTo>
                <a:cubicBezTo>
                  <a:pt x="475966" y="226858"/>
                  <a:pt x="487656" y="238549"/>
                  <a:pt x="487656" y="252970"/>
                </a:cubicBezTo>
                <a:cubicBezTo>
                  <a:pt x="487656" y="267391"/>
                  <a:pt x="475966" y="279081"/>
                  <a:pt x="461545" y="279081"/>
                </a:cubicBezTo>
                <a:cubicBezTo>
                  <a:pt x="447124" y="279081"/>
                  <a:pt x="435434" y="267391"/>
                  <a:pt x="435434" y="252970"/>
                </a:cubicBezTo>
                <a:cubicBezTo>
                  <a:pt x="435434" y="238549"/>
                  <a:pt x="447124" y="226858"/>
                  <a:pt x="461545" y="226858"/>
                </a:cubicBezTo>
                <a:close/>
                <a:moveTo>
                  <a:pt x="243831" y="226858"/>
                </a:moveTo>
                <a:cubicBezTo>
                  <a:pt x="258252" y="226858"/>
                  <a:pt x="269942" y="238549"/>
                  <a:pt x="269942" y="252970"/>
                </a:cubicBezTo>
                <a:cubicBezTo>
                  <a:pt x="269942" y="267391"/>
                  <a:pt x="258252" y="279081"/>
                  <a:pt x="243831" y="279081"/>
                </a:cubicBezTo>
                <a:cubicBezTo>
                  <a:pt x="229410" y="279081"/>
                  <a:pt x="217720" y="267391"/>
                  <a:pt x="217720" y="252970"/>
                </a:cubicBezTo>
                <a:cubicBezTo>
                  <a:pt x="217720" y="238549"/>
                  <a:pt x="229410" y="226858"/>
                  <a:pt x="243831" y="226858"/>
                </a:cubicBezTo>
                <a:close/>
                <a:moveTo>
                  <a:pt x="26117" y="226858"/>
                </a:moveTo>
                <a:cubicBezTo>
                  <a:pt x="40538" y="226858"/>
                  <a:pt x="52228" y="238549"/>
                  <a:pt x="52228" y="252970"/>
                </a:cubicBezTo>
                <a:cubicBezTo>
                  <a:pt x="52228" y="267391"/>
                  <a:pt x="40538" y="279081"/>
                  <a:pt x="26117" y="279081"/>
                </a:cubicBezTo>
                <a:cubicBezTo>
                  <a:pt x="11696" y="279081"/>
                  <a:pt x="6" y="267391"/>
                  <a:pt x="6" y="252970"/>
                </a:cubicBezTo>
                <a:cubicBezTo>
                  <a:pt x="6" y="238549"/>
                  <a:pt x="11696" y="226858"/>
                  <a:pt x="26117" y="226858"/>
                </a:cubicBezTo>
                <a:close/>
                <a:moveTo>
                  <a:pt x="1332401" y="226858"/>
                </a:moveTo>
                <a:cubicBezTo>
                  <a:pt x="1346822" y="226858"/>
                  <a:pt x="1358512" y="238548"/>
                  <a:pt x="1358512" y="252969"/>
                </a:cubicBezTo>
                <a:cubicBezTo>
                  <a:pt x="1358512" y="267390"/>
                  <a:pt x="1346822" y="279080"/>
                  <a:pt x="1332401" y="279080"/>
                </a:cubicBezTo>
                <a:cubicBezTo>
                  <a:pt x="1317980" y="279080"/>
                  <a:pt x="1306290" y="267390"/>
                  <a:pt x="1306290" y="252969"/>
                </a:cubicBezTo>
                <a:cubicBezTo>
                  <a:pt x="1306290" y="238548"/>
                  <a:pt x="1317980" y="226858"/>
                  <a:pt x="1332401" y="226858"/>
                </a:cubicBezTo>
                <a:close/>
                <a:moveTo>
                  <a:pt x="1550115" y="226858"/>
                </a:moveTo>
                <a:cubicBezTo>
                  <a:pt x="1564536" y="226858"/>
                  <a:pt x="1576226" y="238548"/>
                  <a:pt x="1576226" y="252969"/>
                </a:cubicBezTo>
                <a:cubicBezTo>
                  <a:pt x="1576226" y="267390"/>
                  <a:pt x="1564536" y="279080"/>
                  <a:pt x="1550115" y="279080"/>
                </a:cubicBezTo>
                <a:cubicBezTo>
                  <a:pt x="1535694" y="279080"/>
                  <a:pt x="1524004" y="267390"/>
                  <a:pt x="1524004" y="252969"/>
                </a:cubicBezTo>
                <a:cubicBezTo>
                  <a:pt x="1524004" y="238548"/>
                  <a:pt x="1535694" y="226858"/>
                  <a:pt x="1550115" y="226858"/>
                </a:cubicBezTo>
                <a:close/>
                <a:moveTo>
                  <a:pt x="26117" y="2"/>
                </a:moveTo>
                <a:cubicBezTo>
                  <a:pt x="40538" y="2"/>
                  <a:pt x="52228" y="11692"/>
                  <a:pt x="52228" y="26113"/>
                </a:cubicBezTo>
                <a:cubicBezTo>
                  <a:pt x="52228" y="40534"/>
                  <a:pt x="40538" y="52224"/>
                  <a:pt x="26117" y="52224"/>
                </a:cubicBezTo>
                <a:cubicBezTo>
                  <a:pt x="11696" y="52224"/>
                  <a:pt x="6" y="40534"/>
                  <a:pt x="6" y="26113"/>
                </a:cubicBezTo>
                <a:cubicBezTo>
                  <a:pt x="6" y="11692"/>
                  <a:pt x="11696" y="2"/>
                  <a:pt x="26117" y="2"/>
                </a:cubicBezTo>
                <a:close/>
                <a:moveTo>
                  <a:pt x="243831" y="1"/>
                </a:moveTo>
                <a:cubicBezTo>
                  <a:pt x="258252" y="1"/>
                  <a:pt x="269942" y="11691"/>
                  <a:pt x="269942" y="26112"/>
                </a:cubicBezTo>
                <a:cubicBezTo>
                  <a:pt x="269942" y="40534"/>
                  <a:pt x="258252" y="52224"/>
                  <a:pt x="243831" y="52224"/>
                </a:cubicBezTo>
                <a:cubicBezTo>
                  <a:pt x="229410" y="52224"/>
                  <a:pt x="217720" y="40534"/>
                  <a:pt x="217720" y="26112"/>
                </a:cubicBezTo>
                <a:cubicBezTo>
                  <a:pt x="217720" y="11691"/>
                  <a:pt x="229410" y="1"/>
                  <a:pt x="243831" y="1"/>
                </a:cubicBezTo>
                <a:close/>
                <a:moveTo>
                  <a:pt x="461545" y="1"/>
                </a:moveTo>
                <a:cubicBezTo>
                  <a:pt x="475966" y="1"/>
                  <a:pt x="487656" y="11691"/>
                  <a:pt x="487656" y="26112"/>
                </a:cubicBezTo>
                <a:cubicBezTo>
                  <a:pt x="487656" y="40534"/>
                  <a:pt x="475966" y="52224"/>
                  <a:pt x="461545" y="52224"/>
                </a:cubicBezTo>
                <a:cubicBezTo>
                  <a:pt x="447124" y="52224"/>
                  <a:pt x="435434" y="40534"/>
                  <a:pt x="435434" y="26112"/>
                </a:cubicBezTo>
                <a:cubicBezTo>
                  <a:pt x="435434" y="11691"/>
                  <a:pt x="447124" y="1"/>
                  <a:pt x="461545" y="1"/>
                </a:cubicBezTo>
                <a:close/>
                <a:moveTo>
                  <a:pt x="679259" y="1"/>
                </a:moveTo>
                <a:cubicBezTo>
                  <a:pt x="693680" y="1"/>
                  <a:pt x="705370" y="11691"/>
                  <a:pt x="705370" y="26112"/>
                </a:cubicBezTo>
                <a:cubicBezTo>
                  <a:pt x="705370" y="40533"/>
                  <a:pt x="693680" y="52223"/>
                  <a:pt x="679259" y="52223"/>
                </a:cubicBezTo>
                <a:cubicBezTo>
                  <a:pt x="664838" y="52223"/>
                  <a:pt x="653148" y="40533"/>
                  <a:pt x="653148" y="26112"/>
                </a:cubicBezTo>
                <a:cubicBezTo>
                  <a:pt x="653148" y="11691"/>
                  <a:pt x="664838" y="1"/>
                  <a:pt x="679259" y="1"/>
                </a:cubicBezTo>
                <a:close/>
                <a:moveTo>
                  <a:pt x="896974" y="1"/>
                </a:moveTo>
                <a:cubicBezTo>
                  <a:pt x="911395" y="1"/>
                  <a:pt x="923085" y="11691"/>
                  <a:pt x="923085" y="26112"/>
                </a:cubicBezTo>
                <a:cubicBezTo>
                  <a:pt x="923085" y="40533"/>
                  <a:pt x="911395" y="52223"/>
                  <a:pt x="896974" y="52223"/>
                </a:cubicBezTo>
                <a:cubicBezTo>
                  <a:pt x="882553" y="52223"/>
                  <a:pt x="870863" y="40533"/>
                  <a:pt x="870863" y="26112"/>
                </a:cubicBezTo>
                <a:cubicBezTo>
                  <a:pt x="870863" y="11691"/>
                  <a:pt x="882553" y="1"/>
                  <a:pt x="896974" y="1"/>
                </a:cubicBezTo>
                <a:close/>
                <a:moveTo>
                  <a:pt x="1114688" y="1"/>
                </a:moveTo>
                <a:cubicBezTo>
                  <a:pt x="1129109" y="1"/>
                  <a:pt x="1140799" y="11691"/>
                  <a:pt x="1140799" y="26112"/>
                </a:cubicBezTo>
                <a:cubicBezTo>
                  <a:pt x="1140799" y="40533"/>
                  <a:pt x="1129109" y="52223"/>
                  <a:pt x="1114688" y="52223"/>
                </a:cubicBezTo>
                <a:cubicBezTo>
                  <a:pt x="1100267" y="52223"/>
                  <a:pt x="1088577" y="40533"/>
                  <a:pt x="1088577" y="26112"/>
                </a:cubicBezTo>
                <a:cubicBezTo>
                  <a:pt x="1088577" y="11691"/>
                  <a:pt x="1100267" y="1"/>
                  <a:pt x="1114688" y="1"/>
                </a:cubicBezTo>
                <a:close/>
                <a:moveTo>
                  <a:pt x="1332401" y="0"/>
                </a:moveTo>
                <a:cubicBezTo>
                  <a:pt x="1346822" y="0"/>
                  <a:pt x="1358512" y="11690"/>
                  <a:pt x="1358512" y="26111"/>
                </a:cubicBezTo>
                <a:cubicBezTo>
                  <a:pt x="1358512" y="40533"/>
                  <a:pt x="1346822" y="52223"/>
                  <a:pt x="1332401" y="52223"/>
                </a:cubicBezTo>
                <a:cubicBezTo>
                  <a:pt x="1317980" y="52223"/>
                  <a:pt x="1306290" y="40533"/>
                  <a:pt x="1306290" y="26111"/>
                </a:cubicBezTo>
                <a:cubicBezTo>
                  <a:pt x="1306290" y="11690"/>
                  <a:pt x="1317980" y="0"/>
                  <a:pt x="1332401" y="0"/>
                </a:cubicBezTo>
                <a:close/>
                <a:moveTo>
                  <a:pt x="1550115" y="0"/>
                </a:moveTo>
                <a:cubicBezTo>
                  <a:pt x="1564536" y="0"/>
                  <a:pt x="1576226" y="11690"/>
                  <a:pt x="1576226" y="26111"/>
                </a:cubicBezTo>
                <a:cubicBezTo>
                  <a:pt x="1576226" y="40532"/>
                  <a:pt x="1564536" y="52222"/>
                  <a:pt x="1550115" y="52222"/>
                </a:cubicBezTo>
                <a:cubicBezTo>
                  <a:pt x="1535694" y="52222"/>
                  <a:pt x="1524004" y="40532"/>
                  <a:pt x="1524004" y="26111"/>
                </a:cubicBezTo>
                <a:cubicBezTo>
                  <a:pt x="1524004" y="11690"/>
                  <a:pt x="1535694" y="0"/>
                  <a:pt x="1550115" y="0"/>
                </a:cubicBezTo>
                <a:close/>
              </a:path>
            </a:pathLst>
          </a:cu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8C3349-72A3-0249-A5FD-E314D69CF1E9}"/>
              </a:ext>
            </a:extLst>
          </p:cNvPr>
          <p:cNvSpPr/>
          <p:nvPr userDrawn="1"/>
        </p:nvSpPr>
        <p:spPr>
          <a:xfrm>
            <a:off x="685936" y="5634933"/>
            <a:ext cx="868706" cy="903979"/>
          </a:xfrm>
          <a:custGeom>
            <a:avLst/>
            <a:gdLst>
              <a:gd name="connsiteX0" fmla="*/ 1550109 w 1576226"/>
              <a:gd name="connsiteY0" fmla="*/ 1588006 h 1640228"/>
              <a:gd name="connsiteX1" fmla="*/ 1576220 w 1576226"/>
              <a:gd name="connsiteY1" fmla="*/ 1614117 h 1640228"/>
              <a:gd name="connsiteX2" fmla="*/ 1550109 w 1576226"/>
              <a:gd name="connsiteY2" fmla="*/ 1640228 h 1640228"/>
              <a:gd name="connsiteX3" fmla="*/ 1523998 w 1576226"/>
              <a:gd name="connsiteY3" fmla="*/ 1614117 h 1640228"/>
              <a:gd name="connsiteX4" fmla="*/ 1550109 w 1576226"/>
              <a:gd name="connsiteY4" fmla="*/ 1588006 h 1640228"/>
              <a:gd name="connsiteX5" fmla="*/ 1332395 w 1576226"/>
              <a:gd name="connsiteY5" fmla="*/ 1588006 h 1640228"/>
              <a:gd name="connsiteX6" fmla="*/ 1358506 w 1576226"/>
              <a:gd name="connsiteY6" fmla="*/ 1614117 h 1640228"/>
              <a:gd name="connsiteX7" fmla="*/ 1332395 w 1576226"/>
              <a:gd name="connsiteY7" fmla="*/ 1640228 h 1640228"/>
              <a:gd name="connsiteX8" fmla="*/ 1306284 w 1576226"/>
              <a:gd name="connsiteY8" fmla="*/ 1614117 h 1640228"/>
              <a:gd name="connsiteX9" fmla="*/ 1332395 w 1576226"/>
              <a:gd name="connsiteY9" fmla="*/ 1588006 h 1640228"/>
              <a:gd name="connsiteX10" fmla="*/ 1114682 w 1576226"/>
              <a:gd name="connsiteY10" fmla="*/ 1588006 h 1640228"/>
              <a:gd name="connsiteX11" fmla="*/ 1140793 w 1576226"/>
              <a:gd name="connsiteY11" fmla="*/ 1614117 h 1640228"/>
              <a:gd name="connsiteX12" fmla="*/ 1114682 w 1576226"/>
              <a:gd name="connsiteY12" fmla="*/ 1640228 h 1640228"/>
              <a:gd name="connsiteX13" fmla="*/ 1088571 w 1576226"/>
              <a:gd name="connsiteY13" fmla="*/ 1614117 h 1640228"/>
              <a:gd name="connsiteX14" fmla="*/ 1114682 w 1576226"/>
              <a:gd name="connsiteY14" fmla="*/ 1588006 h 1640228"/>
              <a:gd name="connsiteX15" fmla="*/ 896968 w 1576226"/>
              <a:gd name="connsiteY15" fmla="*/ 1588006 h 1640228"/>
              <a:gd name="connsiteX16" fmla="*/ 923079 w 1576226"/>
              <a:gd name="connsiteY16" fmla="*/ 1614117 h 1640228"/>
              <a:gd name="connsiteX17" fmla="*/ 896968 w 1576226"/>
              <a:gd name="connsiteY17" fmla="*/ 1640228 h 1640228"/>
              <a:gd name="connsiteX18" fmla="*/ 870857 w 1576226"/>
              <a:gd name="connsiteY18" fmla="*/ 1614117 h 1640228"/>
              <a:gd name="connsiteX19" fmla="*/ 896968 w 1576226"/>
              <a:gd name="connsiteY19" fmla="*/ 1588006 h 1640228"/>
              <a:gd name="connsiteX20" fmla="*/ 679253 w 1576226"/>
              <a:gd name="connsiteY20" fmla="*/ 1588006 h 1640228"/>
              <a:gd name="connsiteX21" fmla="*/ 705364 w 1576226"/>
              <a:gd name="connsiteY21" fmla="*/ 1614117 h 1640228"/>
              <a:gd name="connsiteX22" fmla="*/ 679253 w 1576226"/>
              <a:gd name="connsiteY22" fmla="*/ 1640228 h 1640228"/>
              <a:gd name="connsiteX23" fmla="*/ 653142 w 1576226"/>
              <a:gd name="connsiteY23" fmla="*/ 1614117 h 1640228"/>
              <a:gd name="connsiteX24" fmla="*/ 679253 w 1576226"/>
              <a:gd name="connsiteY24" fmla="*/ 1588006 h 1640228"/>
              <a:gd name="connsiteX25" fmla="*/ 461539 w 1576226"/>
              <a:gd name="connsiteY25" fmla="*/ 1588006 h 1640228"/>
              <a:gd name="connsiteX26" fmla="*/ 487650 w 1576226"/>
              <a:gd name="connsiteY26" fmla="*/ 1614117 h 1640228"/>
              <a:gd name="connsiteX27" fmla="*/ 461539 w 1576226"/>
              <a:gd name="connsiteY27" fmla="*/ 1640228 h 1640228"/>
              <a:gd name="connsiteX28" fmla="*/ 435428 w 1576226"/>
              <a:gd name="connsiteY28" fmla="*/ 1614117 h 1640228"/>
              <a:gd name="connsiteX29" fmla="*/ 461539 w 1576226"/>
              <a:gd name="connsiteY29" fmla="*/ 1588006 h 1640228"/>
              <a:gd name="connsiteX30" fmla="*/ 243825 w 1576226"/>
              <a:gd name="connsiteY30" fmla="*/ 1588006 h 1640228"/>
              <a:gd name="connsiteX31" fmla="*/ 269936 w 1576226"/>
              <a:gd name="connsiteY31" fmla="*/ 1614117 h 1640228"/>
              <a:gd name="connsiteX32" fmla="*/ 243825 w 1576226"/>
              <a:gd name="connsiteY32" fmla="*/ 1640228 h 1640228"/>
              <a:gd name="connsiteX33" fmla="*/ 217714 w 1576226"/>
              <a:gd name="connsiteY33" fmla="*/ 1614117 h 1640228"/>
              <a:gd name="connsiteX34" fmla="*/ 243825 w 1576226"/>
              <a:gd name="connsiteY34" fmla="*/ 1588006 h 1640228"/>
              <a:gd name="connsiteX35" fmla="*/ 26111 w 1576226"/>
              <a:gd name="connsiteY35" fmla="*/ 1588006 h 1640228"/>
              <a:gd name="connsiteX36" fmla="*/ 52222 w 1576226"/>
              <a:gd name="connsiteY36" fmla="*/ 1614117 h 1640228"/>
              <a:gd name="connsiteX37" fmla="*/ 26111 w 1576226"/>
              <a:gd name="connsiteY37" fmla="*/ 1640228 h 1640228"/>
              <a:gd name="connsiteX38" fmla="*/ 0 w 1576226"/>
              <a:gd name="connsiteY38" fmla="*/ 1614117 h 1640228"/>
              <a:gd name="connsiteX39" fmla="*/ 26111 w 1576226"/>
              <a:gd name="connsiteY39" fmla="*/ 1588006 h 1640228"/>
              <a:gd name="connsiteX40" fmla="*/ 1550110 w 1576226"/>
              <a:gd name="connsiteY40" fmla="*/ 1361148 h 1640228"/>
              <a:gd name="connsiteX41" fmla="*/ 1576221 w 1576226"/>
              <a:gd name="connsiteY41" fmla="*/ 1387259 h 1640228"/>
              <a:gd name="connsiteX42" fmla="*/ 1550110 w 1576226"/>
              <a:gd name="connsiteY42" fmla="*/ 1413370 h 1640228"/>
              <a:gd name="connsiteX43" fmla="*/ 1523999 w 1576226"/>
              <a:gd name="connsiteY43" fmla="*/ 1387259 h 1640228"/>
              <a:gd name="connsiteX44" fmla="*/ 1550110 w 1576226"/>
              <a:gd name="connsiteY44" fmla="*/ 1361148 h 1640228"/>
              <a:gd name="connsiteX45" fmla="*/ 1332396 w 1576226"/>
              <a:gd name="connsiteY45" fmla="*/ 1361148 h 1640228"/>
              <a:gd name="connsiteX46" fmla="*/ 1358507 w 1576226"/>
              <a:gd name="connsiteY46" fmla="*/ 1387259 h 1640228"/>
              <a:gd name="connsiteX47" fmla="*/ 1332396 w 1576226"/>
              <a:gd name="connsiteY47" fmla="*/ 1413370 h 1640228"/>
              <a:gd name="connsiteX48" fmla="*/ 1306285 w 1576226"/>
              <a:gd name="connsiteY48" fmla="*/ 1387259 h 1640228"/>
              <a:gd name="connsiteX49" fmla="*/ 1332396 w 1576226"/>
              <a:gd name="connsiteY49" fmla="*/ 1361148 h 1640228"/>
              <a:gd name="connsiteX50" fmla="*/ 1114683 w 1576226"/>
              <a:gd name="connsiteY50" fmla="*/ 1361148 h 1640228"/>
              <a:gd name="connsiteX51" fmla="*/ 1140794 w 1576226"/>
              <a:gd name="connsiteY51" fmla="*/ 1387259 h 1640228"/>
              <a:gd name="connsiteX52" fmla="*/ 1114683 w 1576226"/>
              <a:gd name="connsiteY52" fmla="*/ 1413370 h 1640228"/>
              <a:gd name="connsiteX53" fmla="*/ 1088572 w 1576226"/>
              <a:gd name="connsiteY53" fmla="*/ 1387259 h 1640228"/>
              <a:gd name="connsiteX54" fmla="*/ 1114683 w 1576226"/>
              <a:gd name="connsiteY54" fmla="*/ 1361148 h 1640228"/>
              <a:gd name="connsiteX55" fmla="*/ 896969 w 1576226"/>
              <a:gd name="connsiteY55" fmla="*/ 1361148 h 1640228"/>
              <a:gd name="connsiteX56" fmla="*/ 923080 w 1576226"/>
              <a:gd name="connsiteY56" fmla="*/ 1387259 h 1640228"/>
              <a:gd name="connsiteX57" fmla="*/ 896969 w 1576226"/>
              <a:gd name="connsiteY57" fmla="*/ 1413370 h 1640228"/>
              <a:gd name="connsiteX58" fmla="*/ 870858 w 1576226"/>
              <a:gd name="connsiteY58" fmla="*/ 1387259 h 1640228"/>
              <a:gd name="connsiteX59" fmla="*/ 896969 w 1576226"/>
              <a:gd name="connsiteY59" fmla="*/ 1361148 h 1640228"/>
              <a:gd name="connsiteX60" fmla="*/ 679254 w 1576226"/>
              <a:gd name="connsiteY60" fmla="*/ 1361148 h 1640228"/>
              <a:gd name="connsiteX61" fmla="*/ 705365 w 1576226"/>
              <a:gd name="connsiteY61" fmla="*/ 1387259 h 1640228"/>
              <a:gd name="connsiteX62" fmla="*/ 679254 w 1576226"/>
              <a:gd name="connsiteY62" fmla="*/ 1413370 h 1640228"/>
              <a:gd name="connsiteX63" fmla="*/ 653143 w 1576226"/>
              <a:gd name="connsiteY63" fmla="*/ 1387259 h 1640228"/>
              <a:gd name="connsiteX64" fmla="*/ 679254 w 1576226"/>
              <a:gd name="connsiteY64" fmla="*/ 1361148 h 1640228"/>
              <a:gd name="connsiteX65" fmla="*/ 461540 w 1576226"/>
              <a:gd name="connsiteY65" fmla="*/ 1361148 h 1640228"/>
              <a:gd name="connsiteX66" fmla="*/ 487651 w 1576226"/>
              <a:gd name="connsiteY66" fmla="*/ 1387259 h 1640228"/>
              <a:gd name="connsiteX67" fmla="*/ 461540 w 1576226"/>
              <a:gd name="connsiteY67" fmla="*/ 1413370 h 1640228"/>
              <a:gd name="connsiteX68" fmla="*/ 435429 w 1576226"/>
              <a:gd name="connsiteY68" fmla="*/ 1387259 h 1640228"/>
              <a:gd name="connsiteX69" fmla="*/ 461540 w 1576226"/>
              <a:gd name="connsiteY69" fmla="*/ 1361148 h 1640228"/>
              <a:gd name="connsiteX70" fmla="*/ 243826 w 1576226"/>
              <a:gd name="connsiteY70" fmla="*/ 1361148 h 1640228"/>
              <a:gd name="connsiteX71" fmla="*/ 269937 w 1576226"/>
              <a:gd name="connsiteY71" fmla="*/ 1387259 h 1640228"/>
              <a:gd name="connsiteX72" fmla="*/ 243826 w 1576226"/>
              <a:gd name="connsiteY72" fmla="*/ 1413370 h 1640228"/>
              <a:gd name="connsiteX73" fmla="*/ 217715 w 1576226"/>
              <a:gd name="connsiteY73" fmla="*/ 1387259 h 1640228"/>
              <a:gd name="connsiteX74" fmla="*/ 243826 w 1576226"/>
              <a:gd name="connsiteY74" fmla="*/ 1361148 h 1640228"/>
              <a:gd name="connsiteX75" fmla="*/ 26112 w 1576226"/>
              <a:gd name="connsiteY75" fmla="*/ 1361148 h 1640228"/>
              <a:gd name="connsiteX76" fmla="*/ 52223 w 1576226"/>
              <a:gd name="connsiteY76" fmla="*/ 1387259 h 1640228"/>
              <a:gd name="connsiteX77" fmla="*/ 26112 w 1576226"/>
              <a:gd name="connsiteY77" fmla="*/ 1413370 h 1640228"/>
              <a:gd name="connsiteX78" fmla="*/ 1 w 1576226"/>
              <a:gd name="connsiteY78" fmla="*/ 1387259 h 1640228"/>
              <a:gd name="connsiteX79" fmla="*/ 26112 w 1576226"/>
              <a:gd name="connsiteY79" fmla="*/ 1361148 h 1640228"/>
              <a:gd name="connsiteX80" fmla="*/ 1550111 w 1576226"/>
              <a:gd name="connsiteY80" fmla="*/ 1134290 h 1640228"/>
              <a:gd name="connsiteX81" fmla="*/ 1576222 w 1576226"/>
              <a:gd name="connsiteY81" fmla="*/ 1160401 h 1640228"/>
              <a:gd name="connsiteX82" fmla="*/ 1550111 w 1576226"/>
              <a:gd name="connsiteY82" fmla="*/ 1186512 h 1640228"/>
              <a:gd name="connsiteX83" fmla="*/ 1524000 w 1576226"/>
              <a:gd name="connsiteY83" fmla="*/ 1160401 h 1640228"/>
              <a:gd name="connsiteX84" fmla="*/ 1550111 w 1576226"/>
              <a:gd name="connsiteY84" fmla="*/ 1134290 h 1640228"/>
              <a:gd name="connsiteX85" fmla="*/ 1332397 w 1576226"/>
              <a:gd name="connsiteY85" fmla="*/ 1134290 h 1640228"/>
              <a:gd name="connsiteX86" fmla="*/ 1358508 w 1576226"/>
              <a:gd name="connsiteY86" fmla="*/ 1160401 h 1640228"/>
              <a:gd name="connsiteX87" fmla="*/ 1332397 w 1576226"/>
              <a:gd name="connsiteY87" fmla="*/ 1186512 h 1640228"/>
              <a:gd name="connsiteX88" fmla="*/ 1306286 w 1576226"/>
              <a:gd name="connsiteY88" fmla="*/ 1160401 h 1640228"/>
              <a:gd name="connsiteX89" fmla="*/ 1332397 w 1576226"/>
              <a:gd name="connsiteY89" fmla="*/ 1134290 h 1640228"/>
              <a:gd name="connsiteX90" fmla="*/ 1114684 w 1576226"/>
              <a:gd name="connsiteY90" fmla="*/ 1134290 h 1640228"/>
              <a:gd name="connsiteX91" fmla="*/ 1140795 w 1576226"/>
              <a:gd name="connsiteY91" fmla="*/ 1160401 h 1640228"/>
              <a:gd name="connsiteX92" fmla="*/ 1114684 w 1576226"/>
              <a:gd name="connsiteY92" fmla="*/ 1186512 h 1640228"/>
              <a:gd name="connsiteX93" fmla="*/ 1088573 w 1576226"/>
              <a:gd name="connsiteY93" fmla="*/ 1160401 h 1640228"/>
              <a:gd name="connsiteX94" fmla="*/ 1114684 w 1576226"/>
              <a:gd name="connsiteY94" fmla="*/ 1134290 h 1640228"/>
              <a:gd name="connsiteX95" fmla="*/ 896970 w 1576226"/>
              <a:gd name="connsiteY95" fmla="*/ 1134290 h 1640228"/>
              <a:gd name="connsiteX96" fmla="*/ 923081 w 1576226"/>
              <a:gd name="connsiteY96" fmla="*/ 1160401 h 1640228"/>
              <a:gd name="connsiteX97" fmla="*/ 896970 w 1576226"/>
              <a:gd name="connsiteY97" fmla="*/ 1186512 h 1640228"/>
              <a:gd name="connsiteX98" fmla="*/ 870859 w 1576226"/>
              <a:gd name="connsiteY98" fmla="*/ 1160401 h 1640228"/>
              <a:gd name="connsiteX99" fmla="*/ 896970 w 1576226"/>
              <a:gd name="connsiteY99" fmla="*/ 1134290 h 1640228"/>
              <a:gd name="connsiteX100" fmla="*/ 679255 w 1576226"/>
              <a:gd name="connsiteY100" fmla="*/ 1134290 h 1640228"/>
              <a:gd name="connsiteX101" fmla="*/ 705366 w 1576226"/>
              <a:gd name="connsiteY101" fmla="*/ 1160401 h 1640228"/>
              <a:gd name="connsiteX102" fmla="*/ 679255 w 1576226"/>
              <a:gd name="connsiteY102" fmla="*/ 1186512 h 1640228"/>
              <a:gd name="connsiteX103" fmla="*/ 653144 w 1576226"/>
              <a:gd name="connsiteY103" fmla="*/ 1160401 h 1640228"/>
              <a:gd name="connsiteX104" fmla="*/ 679255 w 1576226"/>
              <a:gd name="connsiteY104" fmla="*/ 1134290 h 1640228"/>
              <a:gd name="connsiteX105" fmla="*/ 461541 w 1576226"/>
              <a:gd name="connsiteY105" fmla="*/ 1134290 h 1640228"/>
              <a:gd name="connsiteX106" fmla="*/ 487652 w 1576226"/>
              <a:gd name="connsiteY106" fmla="*/ 1160401 h 1640228"/>
              <a:gd name="connsiteX107" fmla="*/ 461541 w 1576226"/>
              <a:gd name="connsiteY107" fmla="*/ 1186512 h 1640228"/>
              <a:gd name="connsiteX108" fmla="*/ 435430 w 1576226"/>
              <a:gd name="connsiteY108" fmla="*/ 1160401 h 1640228"/>
              <a:gd name="connsiteX109" fmla="*/ 461541 w 1576226"/>
              <a:gd name="connsiteY109" fmla="*/ 1134290 h 1640228"/>
              <a:gd name="connsiteX110" fmla="*/ 243827 w 1576226"/>
              <a:gd name="connsiteY110" fmla="*/ 1134290 h 1640228"/>
              <a:gd name="connsiteX111" fmla="*/ 269938 w 1576226"/>
              <a:gd name="connsiteY111" fmla="*/ 1160401 h 1640228"/>
              <a:gd name="connsiteX112" fmla="*/ 243827 w 1576226"/>
              <a:gd name="connsiteY112" fmla="*/ 1186512 h 1640228"/>
              <a:gd name="connsiteX113" fmla="*/ 217716 w 1576226"/>
              <a:gd name="connsiteY113" fmla="*/ 1160401 h 1640228"/>
              <a:gd name="connsiteX114" fmla="*/ 243827 w 1576226"/>
              <a:gd name="connsiteY114" fmla="*/ 1134290 h 1640228"/>
              <a:gd name="connsiteX115" fmla="*/ 26113 w 1576226"/>
              <a:gd name="connsiteY115" fmla="*/ 1134290 h 1640228"/>
              <a:gd name="connsiteX116" fmla="*/ 52224 w 1576226"/>
              <a:gd name="connsiteY116" fmla="*/ 1160401 h 1640228"/>
              <a:gd name="connsiteX117" fmla="*/ 26113 w 1576226"/>
              <a:gd name="connsiteY117" fmla="*/ 1186512 h 1640228"/>
              <a:gd name="connsiteX118" fmla="*/ 2 w 1576226"/>
              <a:gd name="connsiteY118" fmla="*/ 1160401 h 1640228"/>
              <a:gd name="connsiteX119" fmla="*/ 26113 w 1576226"/>
              <a:gd name="connsiteY119" fmla="*/ 1134290 h 1640228"/>
              <a:gd name="connsiteX120" fmla="*/ 1550112 w 1576226"/>
              <a:gd name="connsiteY120" fmla="*/ 907432 h 1640228"/>
              <a:gd name="connsiteX121" fmla="*/ 1576223 w 1576226"/>
              <a:gd name="connsiteY121" fmla="*/ 933543 h 1640228"/>
              <a:gd name="connsiteX122" fmla="*/ 1550112 w 1576226"/>
              <a:gd name="connsiteY122" fmla="*/ 959654 h 1640228"/>
              <a:gd name="connsiteX123" fmla="*/ 1524001 w 1576226"/>
              <a:gd name="connsiteY123" fmla="*/ 933543 h 1640228"/>
              <a:gd name="connsiteX124" fmla="*/ 1550112 w 1576226"/>
              <a:gd name="connsiteY124" fmla="*/ 907432 h 1640228"/>
              <a:gd name="connsiteX125" fmla="*/ 1332398 w 1576226"/>
              <a:gd name="connsiteY125" fmla="*/ 907432 h 1640228"/>
              <a:gd name="connsiteX126" fmla="*/ 1358509 w 1576226"/>
              <a:gd name="connsiteY126" fmla="*/ 933543 h 1640228"/>
              <a:gd name="connsiteX127" fmla="*/ 1332398 w 1576226"/>
              <a:gd name="connsiteY127" fmla="*/ 959654 h 1640228"/>
              <a:gd name="connsiteX128" fmla="*/ 1306287 w 1576226"/>
              <a:gd name="connsiteY128" fmla="*/ 933543 h 1640228"/>
              <a:gd name="connsiteX129" fmla="*/ 1332398 w 1576226"/>
              <a:gd name="connsiteY129" fmla="*/ 907432 h 1640228"/>
              <a:gd name="connsiteX130" fmla="*/ 1114685 w 1576226"/>
              <a:gd name="connsiteY130" fmla="*/ 907432 h 1640228"/>
              <a:gd name="connsiteX131" fmla="*/ 1140796 w 1576226"/>
              <a:gd name="connsiteY131" fmla="*/ 933543 h 1640228"/>
              <a:gd name="connsiteX132" fmla="*/ 1114685 w 1576226"/>
              <a:gd name="connsiteY132" fmla="*/ 959654 h 1640228"/>
              <a:gd name="connsiteX133" fmla="*/ 1088574 w 1576226"/>
              <a:gd name="connsiteY133" fmla="*/ 933543 h 1640228"/>
              <a:gd name="connsiteX134" fmla="*/ 1114685 w 1576226"/>
              <a:gd name="connsiteY134" fmla="*/ 907432 h 1640228"/>
              <a:gd name="connsiteX135" fmla="*/ 896971 w 1576226"/>
              <a:gd name="connsiteY135" fmla="*/ 907432 h 1640228"/>
              <a:gd name="connsiteX136" fmla="*/ 923082 w 1576226"/>
              <a:gd name="connsiteY136" fmla="*/ 933543 h 1640228"/>
              <a:gd name="connsiteX137" fmla="*/ 896971 w 1576226"/>
              <a:gd name="connsiteY137" fmla="*/ 959654 h 1640228"/>
              <a:gd name="connsiteX138" fmla="*/ 870860 w 1576226"/>
              <a:gd name="connsiteY138" fmla="*/ 933543 h 1640228"/>
              <a:gd name="connsiteX139" fmla="*/ 896971 w 1576226"/>
              <a:gd name="connsiteY139" fmla="*/ 907432 h 1640228"/>
              <a:gd name="connsiteX140" fmla="*/ 679256 w 1576226"/>
              <a:gd name="connsiteY140" fmla="*/ 907432 h 1640228"/>
              <a:gd name="connsiteX141" fmla="*/ 705367 w 1576226"/>
              <a:gd name="connsiteY141" fmla="*/ 933543 h 1640228"/>
              <a:gd name="connsiteX142" fmla="*/ 679256 w 1576226"/>
              <a:gd name="connsiteY142" fmla="*/ 959654 h 1640228"/>
              <a:gd name="connsiteX143" fmla="*/ 653145 w 1576226"/>
              <a:gd name="connsiteY143" fmla="*/ 933543 h 1640228"/>
              <a:gd name="connsiteX144" fmla="*/ 679256 w 1576226"/>
              <a:gd name="connsiteY144" fmla="*/ 907432 h 1640228"/>
              <a:gd name="connsiteX145" fmla="*/ 461542 w 1576226"/>
              <a:gd name="connsiteY145" fmla="*/ 907432 h 1640228"/>
              <a:gd name="connsiteX146" fmla="*/ 487653 w 1576226"/>
              <a:gd name="connsiteY146" fmla="*/ 933543 h 1640228"/>
              <a:gd name="connsiteX147" fmla="*/ 461542 w 1576226"/>
              <a:gd name="connsiteY147" fmla="*/ 959654 h 1640228"/>
              <a:gd name="connsiteX148" fmla="*/ 435431 w 1576226"/>
              <a:gd name="connsiteY148" fmla="*/ 933543 h 1640228"/>
              <a:gd name="connsiteX149" fmla="*/ 461542 w 1576226"/>
              <a:gd name="connsiteY149" fmla="*/ 907432 h 1640228"/>
              <a:gd name="connsiteX150" fmla="*/ 243828 w 1576226"/>
              <a:gd name="connsiteY150" fmla="*/ 907432 h 1640228"/>
              <a:gd name="connsiteX151" fmla="*/ 269939 w 1576226"/>
              <a:gd name="connsiteY151" fmla="*/ 933543 h 1640228"/>
              <a:gd name="connsiteX152" fmla="*/ 243828 w 1576226"/>
              <a:gd name="connsiteY152" fmla="*/ 959654 h 1640228"/>
              <a:gd name="connsiteX153" fmla="*/ 217717 w 1576226"/>
              <a:gd name="connsiteY153" fmla="*/ 933543 h 1640228"/>
              <a:gd name="connsiteX154" fmla="*/ 243828 w 1576226"/>
              <a:gd name="connsiteY154" fmla="*/ 907432 h 1640228"/>
              <a:gd name="connsiteX155" fmla="*/ 26114 w 1576226"/>
              <a:gd name="connsiteY155" fmla="*/ 907432 h 1640228"/>
              <a:gd name="connsiteX156" fmla="*/ 52225 w 1576226"/>
              <a:gd name="connsiteY156" fmla="*/ 933543 h 1640228"/>
              <a:gd name="connsiteX157" fmla="*/ 26114 w 1576226"/>
              <a:gd name="connsiteY157" fmla="*/ 959654 h 1640228"/>
              <a:gd name="connsiteX158" fmla="*/ 3 w 1576226"/>
              <a:gd name="connsiteY158" fmla="*/ 933543 h 1640228"/>
              <a:gd name="connsiteX159" fmla="*/ 26114 w 1576226"/>
              <a:gd name="connsiteY159" fmla="*/ 907432 h 1640228"/>
              <a:gd name="connsiteX160" fmla="*/ 1550113 w 1576226"/>
              <a:gd name="connsiteY160" fmla="*/ 680574 h 1640228"/>
              <a:gd name="connsiteX161" fmla="*/ 1576224 w 1576226"/>
              <a:gd name="connsiteY161" fmla="*/ 706685 h 1640228"/>
              <a:gd name="connsiteX162" fmla="*/ 1550113 w 1576226"/>
              <a:gd name="connsiteY162" fmla="*/ 732796 h 1640228"/>
              <a:gd name="connsiteX163" fmla="*/ 1524002 w 1576226"/>
              <a:gd name="connsiteY163" fmla="*/ 706685 h 1640228"/>
              <a:gd name="connsiteX164" fmla="*/ 1550113 w 1576226"/>
              <a:gd name="connsiteY164" fmla="*/ 680574 h 1640228"/>
              <a:gd name="connsiteX165" fmla="*/ 1332399 w 1576226"/>
              <a:gd name="connsiteY165" fmla="*/ 680574 h 1640228"/>
              <a:gd name="connsiteX166" fmla="*/ 1358510 w 1576226"/>
              <a:gd name="connsiteY166" fmla="*/ 706685 h 1640228"/>
              <a:gd name="connsiteX167" fmla="*/ 1332399 w 1576226"/>
              <a:gd name="connsiteY167" fmla="*/ 732796 h 1640228"/>
              <a:gd name="connsiteX168" fmla="*/ 1306288 w 1576226"/>
              <a:gd name="connsiteY168" fmla="*/ 706685 h 1640228"/>
              <a:gd name="connsiteX169" fmla="*/ 1332399 w 1576226"/>
              <a:gd name="connsiteY169" fmla="*/ 680574 h 1640228"/>
              <a:gd name="connsiteX170" fmla="*/ 1114686 w 1576226"/>
              <a:gd name="connsiteY170" fmla="*/ 680574 h 1640228"/>
              <a:gd name="connsiteX171" fmla="*/ 1140797 w 1576226"/>
              <a:gd name="connsiteY171" fmla="*/ 706685 h 1640228"/>
              <a:gd name="connsiteX172" fmla="*/ 1114686 w 1576226"/>
              <a:gd name="connsiteY172" fmla="*/ 732796 h 1640228"/>
              <a:gd name="connsiteX173" fmla="*/ 1088575 w 1576226"/>
              <a:gd name="connsiteY173" fmla="*/ 706685 h 1640228"/>
              <a:gd name="connsiteX174" fmla="*/ 1114686 w 1576226"/>
              <a:gd name="connsiteY174" fmla="*/ 680574 h 1640228"/>
              <a:gd name="connsiteX175" fmla="*/ 896972 w 1576226"/>
              <a:gd name="connsiteY175" fmla="*/ 680574 h 1640228"/>
              <a:gd name="connsiteX176" fmla="*/ 923083 w 1576226"/>
              <a:gd name="connsiteY176" fmla="*/ 706685 h 1640228"/>
              <a:gd name="connsiteX177" fmla="*/ 896972 w 1576226"/>
              <a:gd name="connsiteY177" fmla="*/ 732796 h 1640228"/>
              <a:gd name="connsiteX178" fmla="*/ 870861 w 1576226"/>
              <a:gd name="connsiteY178" fmla="*/ 706685 h 1640228"/>
              <a:gd name="connsiteX179" fmla="*/ 896972 w 1576226"/>
              <a:gd name="connsiteY179" fmla="*/ 680574 h 1640228"/>
              <a:gd name="connsiteX180" fmla="*/ 679257 w 1576226"/>
              <a:gd name="connsiteY180" fmla="*/ 680574 h 1640228"/>
              <a:gd name="connsiteX181" fmla="*/ 705368 w 1576226"/>
              <a:gd name="connsiteY181" fmla="*/ 706685 h 1640228"/>
              <a:gd name="connsiteX182" fmla="*/ 679257 w 1576226"/>
              <a:gd name="connsiteY182" fmla="*/ 732796 h 1640228"/>
              <a:gd name="connsiteX183" fmla="*/ 653146 w 1576226"/>
              <a:gd name="connsiteY183" fmla="*/ 706685 h 1640228"/>
              <a:gd name="connsiteX184" fmla="*/ 679257 w 1576226"/>
              <a:gd name="connsiteY184" fmla="*/ 680574 h 1640228"/>
              <a:gd name="connsiteX185" fmla="*/ 461543 w 1576226"/>
              <a:gd name="connsiteY185" fmla="*/ 680574 h 1640228"/>
              <a:gd name="connsiteX186" fmla="*/ 487654 w 1576226"/>
              <a:gd name="connsiteY186" fmla="*/ 706685 h 1640228"/>
              <a:gd name="connsiteX187" fmla="*/ 461543 w 1576226"/>
              <a:gd name="connsiteY187" fmla="*/ 732796 h 1640228"/>
              <a:gd name="connsiteX188" fmla="*/ 435432 w 1576226"/>
              <a:gd name="connsiteY188" fmla="*/ 706685 h 1640228"/>
              <a:gd name="connsiteX189" fmla="*/ 461543 w 1576226"/>
              <a:gd name="connsiteY189" fmla="*/ 680574 h 1640228"/>
              <a:gd name="connsiteX190" fmla="*/ 243829 w 1576226"/>
              <a:gd name="connsiteY190" fmla="*/ 680574 h 1640228"/>
              <a:gd name="connsiteX191" fmla="*/ 269940 w 1576226"/>
              <a:gd name="connsiteY191" fmla="*/ 706685 h 1640228"/>
              <a:gd name="connsiteX192" fmla="*/ 243829 w 1576226"/>
              <a:gd name="connsiteY192" fmla="*/ 732796 h 1640228"/>
              <a:gd name="connsiteX193" fmla="*/ 217718 w 1576226"/>
              <a:gd name="connsiteY193" fmla="*/ 706685 h 1640228"/>
              <a:gd name="connsiteX194" fmla="*/ 243829 w 1576226"/>
              <a:gd name="connsiteY194" fmla="*/ 680574 h 1640228"/>
              <a:gd name="connsiteX195" fmla="*/ 26115 w 1576226"/>
              <a:gd name="connsiteY195" fmla="*/ 680574 h 1640228"/>
              <a:gd name="connsiteX196" fmla="*/ 52226 w 1576226"/>
              <a:gd name="connsiteY196" fmla="*/ 706685 h 1640228"/>
              <a:gd name="connsiteX197" fmla="*/ 26115 w 1576226"/>
              <a:gd name="connsiteY197" fmla="*/ 732796 h 1640228"/>
              <a:gd name="connsiteX198" fmla="*/ 4 w 1576226"/>
              <a:gd name="connsiteY198" fmla="*/ 706685 h 1640228"/>
              <a:gd name="connsiteX199" fmla="*/ 26115 w 1576226"/>
              <a:gd name="connsiteY199" fmla="*/ 680574 h 1640228"/>
              <a:gd name="connsiteX200" fmla="*/ 26116 w 1576226"/>
              <a:gd name="connsiteY200" fmla="*/ 453717 h 1640228"/>
              <a:gd name="connsiteX201" fmla="*/ 52227 w 1576226"/>
              <a:gd name="connsiteY201" fmla="*/ 479827 h 1640228"/>
              <a:gd name="connsiteX202" fmla="*/ 26116 w 1576226"/>
              <a:gd name="connsiteY202" fmla="*/ 505939 h 1640228"/>
              <a:gd name="connsiteX203" fmla="*/ 5 w 1576226"/>
              <a:gd name="connsiteY203" fmla="*/ 479827 h 1640228"/>
              <a:gd name="connsiteX204" fmla="*/ 26116 w 1576226"/>
              <a:gd name="connsiteY204" fmla="*/ 453717 h 1640228"/>
              <a:gd name="connsiteX205" fmla="*/ 243830 w 1576226"/>
              <a:gd name="connsiteY205" fmla="*/ 453717 h 1640228"/>
              <a:gd name="connsiteX206" fmla="*/ 269941 w 1576226"/>
              <a:gd name="connsiteY206" fmla="*/ 479827 h 1640228"/>
              <a:gd name="connsiteX207" fmla="*/ 243830 w 1576226"/>
              <a:gd name="connsiteY207" fmla="*/ 505939 h 1640228"/>
              <a:gd name="connsiteX208" fmla="*/ 217719 w 1576226"/>
              <a:gd name="connsiteY208" fmla="*/ 479827 h 1640228"/>
              <a:gd name="connsiteX209" fmla="*/ 243830 w 1576226"/>
              <a:gd name="connsiteY209" fmla="*/ 453717 h 1640228"/>
              <a:gd name="connsiteX210" fmla="*/ 461544 w 1576226"/>
              <a:gd name="connsiteY210" fmla="*/ 453717 h 1640228"/>
              <a:gd name="connsiteX211" fmla="*/ 487655 w 1576226"/>
              <a:gd name="connsiteY211" fmla="*/ 479827 h 1640228"/>
              <a:gd name="connsiteX212" fmla="*/ 461544 w 1576226"/>
              <a:gd name="connsiteY212" fmla="*/ 505939 h 1640228"/>
              <a:gd name="connsiteX213" fmla="*/ 435433 w 1576226"/>
              <a:gd name="connsiteY213" fmla="*/ 479827 h 1640228"/>
              <a:gd name="connsiteX214" fmla="*/ 461544 w 1576226"/>
              <a:gd name="connsiteY214" fmla="*/ 453717 h 1640228"/>
              <a:gd name="connsiteX215" fmla="*/ 679258 w 1576226"/>
              <a:gd name="connsiteY215" fmla="*/ 453717 h 1640228"/>
              <a:gd name="connsiteX216" fmla="*/ 705369 w 1576226"/>
              <a:gd name="connsiteY216" fmla="*/ 479827 h 1640228"/>
              <a:gd name="connsiteX217" fmla="*/ 679258 w 1576226"/>
              <a:gd name="connsiteY217" fmla="*/ 505939 h 1640228"/>
              <a:gd name="connsiteX218" fmla="*/ 653147 w 1576226"/>
              <a:gd name="connsiteY218" fmla="*/ 479827 h 1640228"/>
              <a:gd name="connsiteX219" fmla="*/ 679258 w 1576226"/>
              <a:gd name="connsiteY219" fmla="*/ 453717 h 1640228"/>
              <a:gd name="connsiteX220" fmla="*/ 896973 w 1576226"/>
              <a:gd name="connsiteY220" fmla="*/ 453717 h 1640228"/>
              <a:gd name="connsiteX221" fmla="*/ 923084 w 1576226"/>
              <a:gd name="connsiteY221" fmla="*/ 479827 h 1640228"/>
              <a:gd name="connsiteX222" fmla="*/ 896973 w 1576226"/>
              <a:gd name="connsiteY222" fmla="*/ 505939 h 1640228"/>
              <a:gd name="connsiteX223" fmla="*/ 870862 w 1576226"/>
              <a:gd name="connsiteY223" fmla="*/ 479827 h 1640228"/>
              <a:gd name="connsiteX224" fmla="*/ 896973 w 1576226"/>
              <a:gd name="connsiteY224" fmla="*/ 453717 h 1640228"/>
              <a:gd name="connsiteX225" fmla="*/ 1114687 w 1576226"/>
              <a:gd name="connsiteY225" fmla="*/ 453717 h 1640228"/>
              <a:gd name="connsiteX226" fmla="*/ 1140798 w 1576226"/>
              <a:gd name="connsiteY226" fmla="*/ 479827 h 1640228"/>
              <a:gd name="connsiteX227" fmla="*/ 1114687 w 1576226"/>
              <a:gd name="connsiteY227" fmla="*/ 505938 h 1640228"/>
              <a:gd name="connsiteX228" fmla="*/ 1088576 w 1576226"/>
              <a:gd name="connsiteY228" fmla="*/ 479827 h 1640228"/>
              <a:gd name="connsiteX229" fmla="*/ 1114687 w 1576226"/>
              <a:gd name="connsiteY229" fmla="*/ 453717 h 1640228"/>
              <a:gd name="connsiteX230" fmla="*/ 1332400 w 1576226"/>
              <a:gd name="connsiteY230" fmla="*/ 453716 h 1640228"/>
              <a:gd name="connsiteX231" fmla="*/ 1358511 w 1576226"/>
              <a:gd name="connsiteY231" fmla="*/ 479827 h 1640228"/>
              <a:gd name="connsiteX232" fmla="*/ 1332400 w 1576226"/>
              <a:gd name="connsiteY232" fmla="*/ 505938 h 1640228"/>
              <a:gd name="connsiteX233" fmla="*/ 1306289 w 1576226"/>
              <a:gd name="connsiteY233" fmla="*/ 479827 h 1640228"/>
              <a:gd name="connsiteX234" fmla="*/ 1332400 w 1576226"/>
              <a:gd name="connsiteY234" fmla="*/ 453716 h 1640228"/>
              <a:gd name="connsiteX235" fmla="*/ 1550114 w 1576226"/>
              <a:gd name="connsiteY235" fmla="*/ 453716 h 1640228"/>
              <a:gd name="connsiteX236" fmla="*/ 1576225 w 1576226"/>
              <a:gd name="connsiteY236" fmla="*/ 479827 h 1640228"/>
              <a:gd name="connsiteX237" fmla="*/ 1550114 w 1576226"/>
              <a:gd name="connsiteY237" fmla="*/ 505938 h 1640228"/>
              <a:gd name="connsiteX238" fmla="*/ 1524003 w 1576226"/>
              <a:gd name="connsiteY238" fmla="*/ 479827 h 1640228"/>
              <a:gd name="connsiteX239" fmla="*/ 1550114 w 1576226"/>
              <a:gd name="connsiteY239" fmla="*/ 453716 h 1640228"/>
              <a:gd name="connsiteX240" fmla="*/ 1114688 w 1576226"/>
              <a:gd name="connsiteY240" fmla="*/ 226858 h 1640228"/>
              <a:gd name="connsiteX241" fmla="*/ 1140799 w 1576226"/>
              <a:gd name="connsiteY241" fmla="*/ 252969 h 1640228"/>
              <a:gd name="connsiteX242" fmla="*/ 1114688 w 1576226"/>
              <a:gd name="connsiteY242" fmla="*/ 279080 h 1640228"/>
              <a:gd name="connsiteX243" fmla="*/ 1088577 w 1576226"/>
              <a:gd name="connsiteY243" fmla="*/ 252969 h 1640228"/>
              <a:gd name="connsiteX244" fmla="*/ 1114688 w 1576226"/>
              <a:gd name="connsiteY244" fmla="*/ 226858 h 1640228"/>
              <a:gd name="connsiteX245" fmla="*/ 896974 w 1576226"/>
              <a:gd name="connsiteY245" fmla="*/ 226858 h 1640228"/>
              <a:gd name="connsiteX246" fmla="*/ 923085 w 1576226"/>
              <a:gd name="connsiteY246" fmla="*/ 252969 h 1640228"/>
              <a:gd name="connsiteX247" fmla="*/ 896974 w 1576226"/>
              <a:gd name="connsiteY247" fmla="*/ 279080 h 1640228"/>
              <a:gd name="connsiteX248" fmla="*/ 870863 w 1576226"/>
              <a:gd name="connsiteY248" fmla="*/ 252969 h 1640228"/>
              <a:gd name="connsiteX249" fmla="*/ 896974 w 1576226"/>
              <a:gd name="connsiteY249" fmla="*/ 226858 h 1640228"/>
              <a:gd name="connsiteX250" fmla="*/ 679259 w 1576226"/>
              <a:gd name="connsiteY250" fmla="*/ 226858 h 1640228"/>
              <a:gd name="connsiteX251" fmla="*/ 705370 w 1576226"/>
              <a:gd name="connsiteY251" fmla="*/ 252970 h 1640228"/>
              <a:gd name="connsiteX252" fmla="*/ 679259 w 1576226"/>
              <a:gd name="connsiteY252" fmla="*/ 279080 h 1640228"/>
              <a:gd name="connsiteX253" fmla="*/ 653148 w 1576226"/>
              <a:gd name="connsiteY253" fmla="*/ 252970 h 1640228"/>
              <a:gd name="connsiteX254" fmla="*/ 679259 w 1576226"/>
              <a:gd name="connsiteY254" fmla="*/ 226858 h 1640228"/>
              <a:gd name="connsiteX255" fmla="*/ 461545 w 1576226"/>
              <a:gd name="connsiteY255" fmla="*/ 226858 h 1640228"/>
              <a:gd name="connsiteX256" fmla="*/ 487656 w 1576226"/>
              <a:gd name="connsiteY256" fmla="*/ 252970 h 1640228"/>
              <a:gd name="connsiteX257" fmla="*/ 461545 w 1576226"/>
              <a:gd name="connsiteY257" fmla="*/ 279081 h 1640228"/>
              <a:gd name="connsiteX258" fmla="*/ 435434 w 1576226"/>
              <a:gd name="connsiteY258" fmla="*/ 252970 h 1640228"/>
              <a:gd name="connsiteX259" fmla="*/ 461545 w 1576226"/>
              <a:gd name="connsiteY259" fmla="*/ 226858 h 1640228"/>
              <a:gd name="connsiteX260" fmla="*/ 243831 w 1576226"/>
              <a:gd name="connsiteY260" fmla="*/ 226858 h 1640228"/>
              <a:gd name="connsiteX261" fmla="*/ 269942 w 1576226"/>
              <a:gd name="connsiteY261" fmla="*/ 252970 h 1640228"/>
              <a:gd name="connsiteX262" fmla="*/ 243831 w 1576226"/>
              <a:gd name="connsiteY262" fmla="*/ 279081 h 1640228"/>
              <a:gd name="connsiteX263" fmla="*/ 217720 w 1576226"/>
              <a:gd name="connsiteY263" fmla="*/ 252970 h 1640228"/>
              <a:gd name="connsiteX264" fmla="*/ 243831 w 1576226"/>
              <a:gd name="connsiteY264" fmla="*/ 226858 h 1640228"/>
              <a:gd name="connsiteX265" fmla="*/ 26117 w 1576226"/>
              <a:gd name="connsiteY265" fmla="*/ 226858 h 1640228"/>
              <a:gd name="connsiteX266" fmla="*/ 52228 w 1576226"/>
              <a:gd name="connsiteY266" fmla="*/ 252970 h 1640228"/>
              <a:gd name="connsiteX267" fmla="*/ 26117 w 1576226"/>
              <a:gd name="connsiteY267" fmla="*/ 279081 h 1640228"/>
              <a:gd name="connsiteX268" fmla="*/ 6 w 1576226"/>
              <a:gd name="connsiteY268" fmla="*/ 252970 h 1640228"/>
              <a:gd name="connsiteX269" fmla="*/ 26117 w 1576226"/>
              <a:gd name="connsiteY269" fmla="*/ 226858 h 1640228"/>
              <a:gd name="connsiteX270" fmla="*/ 1332401 w 1576226"/>
              <a:gd name="connsiteY270" fmla="*/ 226858 h 1640228"/>
              <a:gd name="connsiteX271" fmla="*/ 1358512 w 1576226"/>
              <a:gd name="connsiteY271" fmla="*/ 252969 h 1640228"/>
              <a:gd name="connsiteX272" fmla="*/ 1332401 w 1576226"/>
              <a:gd name="connsiteY272" fmla="*/ 279080 h 1640228"/>
              <a:gd name="connsiteX273" fmla="*/ 1306290 w 1576226"/>
              <a:gd name="connsiteY273" fmla="*/ 252969 h 1640228"/>
              <a:gd name="connsiteX274" fmla="*/ 1332401 w 1576226"/>
              <a:gd name="connsiteY274" fmla="*/ 226858 h 1640228"/>
              <a:gd name="connsiteX275" fmla="*/ 1550115 w 1576226"/>
              <a:gd name="connsiteY275" fmla="*/ 226858 h 1640228"/>
              <a:gd name="connsiteX276" fmla="*/ 1576226 w 1576226"/>
              <a:gd name="connsiteY276" fmla="*/ 252969 h 1640228"/>
              <a:gd name="connsiteX277" fmla="*/ 1550115 w 1576226"/>
              <a:gd name="connsiteY277" fmla="*/ 279080 h 1640228"/>
              <a:gd name="connsiteX278" fmla="*/ 1524004 w 1576226"/>
              <a:gd name="connsiteY278" fmla="*/ 252969 h 1640228"/>
              <a:gd name="connsiteX279" fmla="*/ 1550115 w 1576226"/>
              <a:gd name="connsiteY279" fmla="*/ 226858 h 1640228"/>
              <a:gd name="connsiteX280" fmla="*/ 26117 w 1576226"/>
              <a:gd name="connsiteY280" fmla="*/ 2 h 1640228"/>
              <a:gd name="connsiteX281" fmla="*/ 52228 w 1576226"/>
              <a:gd name="connsiteY281" fmla="*/ 26113 h 1640228"/>
              <a:gd name="connsiteX282" fmla="*/ 26117 w 1576226"/>
              <a:gd name="connsiteY282" fmla="*/ 52224 h 1640228"/>
              <a:gd name="connsiteX283" fmla="*/ 6 w 1576226"/>
              <a:gd name="connsiteY283" fmla="*/ 26113 h 1640228"/>
              <a:gd name="connsiteX284" fmla="*/ 26117 w 1576226"/>
              <a:gd name="connsiteY284" fmla="*/ 2 h 1640228"/>
              <a:gd name="connsiteX285" fmla="*/ 243831 w 1576226"/>
              <a:gd name="connsiteY285" fmla="*/ 1 h 1640228"/>
              <a:gd name="connsiteX286" fmla="*/ 269942 w 1576226"/>
              <a:gd name="connsiteY286" fmla="*/ 26112 h 1640228"/>
              <a:gd name="connsiteX287" fmla="*/ 243831 w 1576226"/>
              <a:gd name="connsiteY287" fmla="*/ 52224 h 1640228"/>
              <a:gd name="connsiteX288" fmla="*/ 217720 w 1576226"/>
              <a:gd name="connsiteY288" fmla="*/ 26112 h 1640228"/>
              <a:gd name="connsiteX289" fmla="*/ 243831 w 1576226"/>
              <a:gd name="connsiteY289" fmla="*/ 1 h 1640228"/>
              <a:gd name="connsiteX290" fmla="*/ 461545 w 1576226"/>
              <a:gd name="connsiteY290" fmla="*/ 1 h 1640228"/>
              <a:gd name="connsiteX291" fmla="*/ 487656 w 1576226"/>
              <a:gd name="connsiteY291" fmla="*/ 26112 h 1640228"/>
              <a:gd name="connsiteX292" fmla="*/ 461545 w 1576226"/>
              <a:gd name="connsiteY292" fmla="*/ 52224 h 1640228"/>
              <a:gd name="connsiteX293" fmla="*/ 435434 w 1576226"/>
              <a:gd name="connsiteY293" fmla="*/ 26112 h 1640228"/>
              <a:gd name="connsiteX294" fmla="*/ 461545 w 1576226"/>
              <a:gd name="connsiteY294" fmla="*/ 1 h 1640228"/>
              <a:gd name="connsiteX295" fmla="*/ 679259 w 1576226"/>
              <a:gd name="connsiteY295" fmla="*/ 1 h 1640228"/>
              <a:gd name="connsiteX296" fmla="*/ 705370 w 1576226"/>
              <a:gd name="connsiteY296" fmla="*/ 26112 h 1640228"/>
              <a:gd name="connsiteX297" fmla="*/ 679259 w 1576226"/>
              <a:gd name="connsiteY297" fmla="*/ 52223 h 1640228"/>
              <a:gd name="connsiteX298" fmla="*/ 653148 w 1576226"/>
              <a:gd name="connsiteY298" fmla="*/ 26112 h 1640228"/>
              <a:gd name="connsiteX299" fmla="*/ 679259 w 1576226"/>
              <a:gd name="connsiteY299" fmla="*/ 1 h 1640228"/>
              <a:gd name="connsiteX300" fmla="*/ 896974 w 1576226"/>
              <a:gd name="connsiteY300" fmla="*/ 1 h 1640228"/>
              <a:gd name="connsiteX301" fmla="*/ 923085 w 1576226"/>
              <a:gd name="connsiteY301" fmla="*/ 26112 h 1640228"/>
              <a:gd name="connsiteX302" fmla="*/ 896974 w 1576226"/>
              <a:gd name="connsiteY302" fmla="*/ 52223 h 1640228"/>
              <a:gd name="connsiteX303" fmla="*/ 870863 w 1576226"/>
              <a:gd name="connsiteY303" fmla="*/ 26112 h 1640228"/>
              <a:gd name="connsiteX304" fmla="*/ 896974 w 1576226"/>
              <a:gd name="connsiteY304" fmla="*/ 1 h 1640228"/>
              <a:gd name="connsiteX305" fmla="*/ 1114688 w 1576226"/>
              <a:gd name="connsiteY305" fmla="*/ 1 h 1640228"/>
              <a:gd name="connsiteX306" fmla="*/ 1140799 w 1576226"/>
              <a:gd name="connsiteY306" fmla="*/ 26112 h 1640228"/>
              <a:gd name="connsiteX307" fmla="*/ 1114688 w 1576226"/>
              <a:gd name="connsiteY307" fmla="*/ 52223 h 1640228"/>
              <a:gd name="connsiteX308" fmla="*/ 1088577 w 1576226"/>
              <a:gd name="connsiteY308" fmla="*/ 26112 h 1640228"/>
              <a:gd name="connsiteX309" fmla="*/ 1114688 w 1576226"/>
              <a:gd name="connsiteY309" fmla="*/ 1 h 1640228"/>
              <a:gd name="connsiteX310" fmla="*/ 1332401 w 1576226"/>
              <a:gd name="connsiteY310" fmla="*/ 0 h 1640228"/>
              <a:gd name="connsiteX311" fmla="*/ 1358512 w 1576226"/>
              <a:gd name="connsiteY311" fmla="*/ 26111 h 1640228"/>
              <a:gd name="connsiteX312" fmla="*/ 1332401 w 1576226"/>
              <a:gd name="connsiteY312" fmla="*/ 52223 h 1640228"/>
              <a:gd name="connsiteX313" fmla="*/ 1306290 w 1576226"/>
              <a:gd name="connsiteY313" fmla="*/ 26111 h 1640228"/>
              <a:gd name="connsiteX314" fmla="*/ 1332401 w 1576226"/>
              <a:gd name="connsiteY314" fmla="*/ 0 h 1640228"/>
              <a:gd name="connsiteX315" fmla="*/ 1550115 w 1576226"/>
              <a:gd name="connsiteY315" fmla="*/ 0 h 1640228"/>
              <a:gd name="connsiteX316" fmla="*/ 1576226 w 1576226"/>
              <a:gd name="connsiteY316" fmla="*/ 26111 h 1640228"/>
              <a:gd name="connsiteX317" fmla="*/ 1550115 w 1576226"/>
              <a:gd name="connsiteY317" fmla="*/ 52222 h 1640228"/>
              <a:gd name="connsiteX318" fmla="*/ 1524004 w 1576226"/>
              <a:gd name="connsiteY318" fmla="*/ 26111 h 1640228"/>
              <a:gd name="connsiteX319" fmla="*/ 1550115 w 1576226"/>
              <a:gd name="connsiteY319" fmla="*/ 0 h 16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576226" h="1640228">
                <a:moveTo>
                  <a:pt x="1550109" y="1588006"/>
                </a:moveTo>
                <a:cubicBezTo>
                  <a:pt x="1564530" y="1588006"/>
                  <a:pt x="1576220" y="1599696"/>
                  <a:pt x="1576220" y="1614117"/>
                </a:cubicBezTo>
                <a:cubicBezTo>
                  <a:pt x="1576220" y="1628538"/>
                  <a:pt x="1564530" y="1640228"/>
                  <a:pt x="1550109" y="1640228"/>
                </a:cubicBezTo>
                <a:cubicBezTo>
                  <a:pt x="1535688" y="1640228"/>
                  <a:pt x="1523998" y="1628538"/>
                  <a:pt x="1523998" y="1614117"/>
                </a:cubicBezTo>
                <a:cubicBezTo>
                  <a:pt x="1523998" y="1599696"/>
                  <a:pt x="1535688" y="1588006"/>
                  <a:pt x="1550109" y="1588006"/>
                </a:cubicBezTo>
                <a:close/>
                <a:moveTo>
                  <a:pt x="1332395" y="1588006"/>
                </a:moveTo>
                <a:cubicBezTo>
                  <a:pt x="1346816" y="1588006"/>
                  <a:pt x="1358506" y="1599696"/>
                  <a:pt x="1358506" y="1614117"/>
                </a:cubicBezTo>
                <a:cubicBezTo>
                  <a:pt x="1358506" y="1628538"/>
                  <a:pt x="1346816" y="1640228"/>
                  <a:pt x="1332395" y="1640228"/>
                </a:cubicBezTo>
                <a:cubicBezTo>
                  <a:pt x="1317974" y="1640228"/>
                  <a:pt x="1306284" y="1628538"/>
                  <a:pt x="1306284" y="1614117"/>
                </a:cubicBezTo>
                <a:cubicBezTo>
                  <a:pt x="1306284" y="1599696"/>
                  <a:pt x="1317974" y="1588006"/>
                  <a:pt x="1332395" y="1588006"/>
                </a:cubicBezTo>
                <a:close/>
                <a:moveTo>
                  <a:pt x="1114682" y="1588006"/>
                </a:moveTo>
                <a:cubicBezTo>
                  <a:pt x="1129103" y="1588006"/>
                  <a:pt x="1140793" y="1599696"/>
                  <a:pt x="1140793" y="1614117"/>
                </a:cubicBezTo>
                <a:cubicBezTo>
                  <a:pt x="1140793" y="1628538"/>
                  <a:pt x="1129103" y="1640228"/>
                  <a:pt x="1114682" y="1640228"/>
                </a:cubicBezTo>
                <a:cubicBezTo>
                  <a:pt x="1100261" y="1640228"/>
                  <a:pt x="1088571" y="1628538"/>
                  <a:pt x="1088571" y="1614117"/>
                </a:cubicBezTo>
                <a:cubicBezTo>
                  <a:pt x="1088571" y="1599696"/>
                  <a:pt x="1100261" y="1588006"/>
                  <a:pt x="1114682" y="1588006"/>
                </a:cubicBezTo>
                <a:close/>
                <a:moveTo>
                  <a:pt x="896968" y="1588006"/>
                </a:moveTo>
                <a:cubicBezTo>
                  <a:pt x="911389" y="1588006"/>
                  <a:pt x="923079" y="1599696"/>
                  <a:pt x="923079" y="1614117"/>
                </a:cubicBezTo>
                <a:cubicBezTo>
                  <a:pt x="923079" y="1628538"/>
                  <a:pt x="911389" y="1640228"/>
                  <a:pt x="896968" y="1640228"/>
                </a:cubicBezTo>
                <a:cubicBezTo>
                  <a:pt x="882547" y="1640228"/>
                  <a:pt x="870857" y="1628538"/>
                  <a:pt x="870857" y="1614117"/>
                </a:cubicBezTo>
                <a:cubicBezTo>
                  <a:pt x="870857" y="1599696"/>
                  <a:pt x="882547" y="1588006"/>
                  <a:pt x="896968" y="1588006"/>
                </a:cubicBezTo>
                <a:close/>
                <a:moveTo>
                  <a:pt x="679253" y="1588006"/>
                </a:moveTo>
                <a:cubicBezTo>
                  <a:pt x="693674" y="1588006"/>
                  <a:pt x="705364" y="1599696"/>
                  <a:pt x="705364" y="1614117"/>
                </a:cubicBezTo>
                <a:cubicBezTo>
                  <a:pt x="705364" y="1628538"/>
                  <a:pt x="693674" y="1640228"/>
                  <a:pt x="679253" y="1640228"/>
                </a:cubicBezTo>
                <a:cubicBezTo>
                  <a:pt x="664832" y="1640228"/>
                  <a:pt x="653142" y="1628538"/>
                  <a:pt x="653142" y="1614117"/>
                </a:cubicBezTo>
                <a:cubicBezTo>
                  <a:pt x="653142" y="1599696"/>
                  <a:pt x="664832" y="1588006"/>
                  <a:pt x="679253" y="1588006"/>
                </a:cubicBezTo>
                <a:close/>
                <a:moveTo>
                  <a:pt x="461539" y="1588006"/>
                </a:moveTo>
                <a:cubicBezTo>
                  <a:pt x="475960" y="1588006"/>
                  <a:pt x="487650" y="1599696"/>
                  <a:pt x="487650" y="1614117"/>
                </a:cubicBezTo>
                <a:cubicBezTo>
                  <a:pt x="487650" y="1628538"/>
                  <a:pt x="475960" y="1640228"/>
                  <a:pt x="461539" y="1640228"/>
                </a:cubicBezTo>
                <a:cubicBezTo>
                  <a:pt x="447118" y="1640228"/>
                  <a:pt x="435428" y="1628538"/>
                  <a:pt x="435428" y="1614117"/>
                </a:cubicBezTo>
                <a:cubicBezTo>
                  <a:pt x="435428" y="1599696"/>
                  <a:pt x="447118" y="1588006"/>
                  <a:pt x="461539" y="1588006"/>
                </a:cubicBezTo>
                <a:close/>
                <a:moveTo>
                  <a:pt x="243825" y="1588006"/>
                </a:moveTo>
                <a:cubicBezTo>
                  <a:pt x="258246" y="1588006"/>
                  <a:pt x="269936" y="1599696"/>
                  <a:pt x="269936" y="1614117"/>
                </a:cubicBezTo>
                <a:cubicBezTo>
                  <a:pt x="269936" y="1628538"/>
                  <a:pt x="258246" y="1640228"/>
                  <a:pt x="243825" y="1640228"/>
                </a:cubicBezTo>
                <a:cubicBezTo>
                  <a:pt x="229404" y="1640228"/>
                  <a:pt x="217714" y="1628538"/>
                  <a:pt x="217714" y="1614117"/>
                </a:cubicBezTo>
                <a:cubicBezTo>
                  <a:pt x="217714" y="1599696"/>
                  <a:pt x="229404" y="1588006"/>
                  <a:pt x="243825" y="1588006"/>
                </a:cubicBezTo>
                <a:close/>
                <a:moveTo>
                  <a:pt x="26111" y="1588006"/>
                </a:moveTo>
                <a:cubicBezTo>
                  <a:pt x="40532" y="1588006"/>
                  <a:pt x="52222" y="1599696"/>
                  <a:pt x="52222" y="1614117"/>
                </a:cubicBezTo>
                <a:cubicBezTo>
                  <a:pt x="52222" y="1628538"/>
                  <a:pt x="40532" y="1640228"/>
                  <a:pt x="26111" y="1640228"/>
                </a:cubicBezTo>
                <a:cubicBezTo>
                  <a:pt x="11690" y="1640228"/>
                  <a:pt x="0" y="1628538"/>
                  <a:pt x="0" y="1614117"/>
                </a:cubicBezTo>
                <a:cubicBezTo>
                  <a:pt x="0" y="1599696"/>
                  <a:pt x="11690" y="1588006"/>
                  <a:pt x="26111" y="1588006"/>
                </a:cubicBezTo>
                <a:close/>
                <a:moveTo>
                  <a:pt x="1550110" y="1361148"/>
                </a:moveTo>
                <a:cubicBezTo>
                  <a:pt x="1564531" y="1361148"/>
                  <a:pt x="1576221" y="1372838"/>
                  <a:pt x="1576221" y="1387259"/>
                </a:cubicBezTo>
                <a:cubicBezTo>
                  <a:pt x="1576221" y="1401680"/>
                  <a:pt x="1564531" y="1413370"/>
                  <a:pt x="1550110" y="1413370"/>
                </a:cubicBezTo>
                <a:cubicBezTo>
                  <a:pt x="1535689" y="1413370"/>
                  <a:pt x="1523999" y="1401680"/>
                  <a:pt x="1523999" y="1387259"/>
                </a:cubicBezTo>
                <a:cubicBezTo>
                  <a:pt x="1523999" y="1372838"/>
                  <a:pt x="1535689" y="1361148"/>
                  <a:pt x="1550110" y="1361148"/>
                </a:cubicBezTo>
                <a:close/>
                <a:moveTo>
                  <a:pt x="1332396" y="1361148"/>
                </a:moveTo>
                <a:cubicBezTo>
                  <a:pt x="1346817" y="1361148"/>
                  <a:pt x="1358507" y="1372838"/>
                  <a:pt x="1358507" y="1387259"/>
                </a:cubicBezTo>
                <a:cubicBezTo>
                  <a:pt x="1358507" y="1401680"/>
                  <a:pt x="1346817" y="1413370"/>
                  <a:pt x="1332396" y="1413370"/>
                </a:cubicBezTo>
                <a:cubicBezTo>
                  <a:pt x="1317975" y="1413370"/>
                  <a:pt x="1306285" y="1401680"/>
                  <a:pt x="1306285" y="1387259"/>
                </a:cubicBezTo>
                <a:cubicBezTo>
                  <a:pt x="1306285" y="1372838"/>
                  <a:pt x="1317975" y="1361148"/>
                  <a:pt x="1332396" y="1361148"/>
                </a:cubicBezTo>
                <a:close/>
                <a:moveTo>
                  <a:pt x="1114683" y="1361148"/>
                </a:moveTo>
                <a:cubicBezTo>
                  <a:pt x="1129104" y="1361148"/>
                  <a:pt x="1140794" y="1372838"/>
                  <a:pt x="1140794" y="1387259"/>
                </a:cubicBezTo>
                <a:cubicBezTo>
                  <a:pt x="1140794" y="1401680"/>
                  <a:pt x="1129104" y="1413370"/>
                  <a:pt x="1114683" y="1413370"/>
                </a:cubicBezTo>
                <a:cubicBezTo>
                  <a:pt x="1100262" y="1413370"/>
                  <a:pt x="1088572" y="1401680"/>
                  <a:pt x="1088572" y="1387259"/>
                </a:cubicBezTo>
                <a:cubicBezTo>
                  <a:pt x="1088572" y="1372838"/>
                  <a:pt x="1100262" y="1361148"/>
                  <a:pt x="1114683" y="1361148"/>
                </a:cubicBezTo>
                <a:close/>
                <a:moveTo>
                  <a:pt x="896969" y="1361148"/>
                </a:moveTo>
                <a:cubicBezTo>
                  <a:pt x="911390" y="1361148"/>
                  <a:pt x="923080" y="1372838"/>
                  <a:pt x="923080" y="1387259"/>
                </a:cubicBezTo>
                <a:cubicBezTo>
                  <a:pt x="923080" y="1401680"/>
                  <a:pt x="911390" y="1413370"/>
                  <a:pt x="896969" y="1413370"/>
                </a:cubicBezTo>
                <a:cubicBezTo>
                  <a:pt x="882548" y="1413370"/>
                  <a:pt x="870858" y="1401680"/>
                  <a:pt x="870858" y="1387259"/>
                </a:cubicBezTo>
                <a:cubicBezTo>
                  <a:pt x="870858" y="1372838"/>
                  <a:pt x="882548" y="1361148"/>
                  <a:pt x="896969" y="1361148"/>
                </a:cubicBezTo>
                <a:close/>
                <a:moveTo>
                  <a:pt x="679254" y="1361148"/>
                </a:moveTo>
                <a:cubicBezTo>
                  <a:pt x="693675" y="1361148"/>
                  <a:pt x="705365" y="1372838"/>
                  <a:pt x="705365" y="1387259"/>
                </a:cubicBezTo>
                <a:cubicBezTo>
                  <a:pt x="705365" y="1401680"/>
                  <a:pt x="693675" y="1413370"/>
                  <a:pt x="679254" y="1413370"/>
                </a:cubicBezTo>
                <a:cubicBezTo>
                  <a:pt x="664833" y="1413370"/>
                  <a:pt x="653143" y="1401680"/>
                  <a:pt x="653143" y="1387259"/>
                </a:cubicBezTo>
                <a:cubicBezTo>
                  <a:pt x="653143" y="1372838"/>
                  <a:pt x="664833" y="1361148"/>
                  <a:pt x="679254" y="1361148"/>
                </a:cubicBezTo>
                <a:close/>
                <a:moveTo>
                  <a:pt x="461540" y="1361148"/>
                </a:moveTo>
                <a:cubicBezTo>
                  <a:pt x="475961" y="1361148"/>
                  <a:pt x="487651" y="1372838"/>
                  <a:pt x="487651" y="1387259"/>
                </a:cubicBezTo>
                <a:cubicBezTo>
                  <a:pt x="487651" y="1401680"/>
                  <a:pt x="475961" y="1413370"/>
                  <a:pt x="461540" y="1413370"/>
                </a:cubicBezTo>
                <a:cubicBezTo>
                  <a:pt x="447119" y="1413370"/>
                  <a:pt x="435429" y="1401680"/>
                  <a:pt x="435429" y="1387259"/>
                </a:cubicBezTo>
                <a:cubicBezTo>
                  <a:pt x="435429" y="1372838"/>
                  <a:pt x="447119" y="1361148"/>
                  <a:pt x="461540" y="1361148"/>
                </a:cubicBezTo>
                <a:close/>
                <a:moveTo>
                  <a:pt x="243826" y="1361148"/>
                </a:moveTo>
                <a:cubicBezTo>
                  <a:pt x="258247" y="1361148"/>
                  <a:pt x="269937" y="1372838"/>
                  <a:pt x="269937" y="1387259"/>
                </a:cubicBezTo>
                <a:cubicBezTo>
                  <a:pt x="269937" y="1401680"/>
                  <a:pt x="258247" y="1413370"/>
                  <a:pt x="243826" y="1413370"/>
                </a:cubicBezTo>
                <a:cubicBezTo>
                  <a:pt x="229405" y="1413370"/>
                  <a:pt x="217715" y="1401680"/>
                  <a:pt x="217715" y="1387259"/>
                </a:cubicBezTo>
                <a:cubicBezTo>
                  <a:pt x="217715" y="1372838"/>
                  <a:pt x="229405" y="1361148"/>
                  <a:pt x="243826" y="1361148"/>
                </a:cubicBezTo>
                <a:close/>
                <a:moveTo>
                  <a:pt x="26112" y="1361148"/>
                </a:moveTo>
                <a:cubicBezTo>
                  <a:pt x="40533" y="1361148"/>
                  <a:pt x="52223" y="1372838"/>
                  <a:pt x="52223" y="1387259"/>
                </a:cubicBezTo>
                <a:cubicBezTo>
                  <a:pt x="52223" y="1401680"/>
                  <a:pt x="40533" y="1413370"/>
                  <a:pt x="26112" y="1413370"/>
                </a:cubicBezTo>
                <a:cubicBezTo>
                  <a:pt x="11691" y="1413370"/>
                  <a:pt x="1" y="1401680"/>
                  <a:pt x="1" y="1387259"/>
                </a:cubicBezTo>
                <a:cubicBezTo>
                  <a:pt x="1" y="1372838"/>
                  <a:pt x="11691" y="1361148"/>
                  <a:pt x="26112" y="1361148"/>
                </a:cubicBezTo>
                <a:close/>
                <a:moveTo>
                  <a:pt x="1550111" y="1134290"/>
                </a:moveTo>
                <a:cubicBezTo>
                  <a:pt x="1564532" y="1134290"/>
                  <a:pt x="1576222" y="1145980"/>
                  <a:pt x="1576222" y="1160401"/>
                </a:cubicBezTo>
                <a:cubicBezTo>
                  <a:pt x="1576222" y="1174822"/>
                  <a:pt x="1564532" y="1186512"/>
                  <a:pt x="1550111" y="1186512"/>
                </a:cubicBezTo>
                <a:cubicBezTo>
                  <a:pt x="1535690" y="1186512"/>
                  <a:pt x="1524000" y="1174822"/>
                  <a:pt x="1524000" y="1160401"/>
                </a:cubicBezTo>
                <a:cubicBezTo>
                  <a:pt x="1524000" y="1145980"/>
                  <a:pt x="1535690" y="1134290"/>
                  <a:pt x="1550111" y="1134290"/>
                </a:cubicBezTo>
                <a:close/>
                <a:moveTo>
                  <a:pt x="1332397" y="1134290"/>
                </a:moveTo>
                <a:cubicBezTo>
                  <a:pt x="1346818" y="1134290"/>
                  <a:pt x="1358508" y="1145980"/>
                  <a:pt x="1358508" y="1160401"/>
                </a:cubicBezTo>
                <a:cubicBezTo>
                  <a:pt x="1358508" y="1174822"/>
                  <a:pt x="1346818" y="1186512"/>
                  <a:pt x="1332397" y="1186512"/>
                </a:cubicBezTo>
                <a:cubicBezTo>
                  <a:pt x="1317976" y="1186512"/>
                  <a:pt x="1306286" y="1174822"/>
                  <a:pt x="1306286" y="1160401"/>
                </a:cubicBezTo>
                <a:cubicBezTo>
                  <a:pt x="1306286" y="1145980"/>
                  <a:pt x="1317976" y="1134290"/>
                  <a:pt x="1332397" y="1134290"/>
                </a:cubicBezTo>
                <a:close/>
                <a:moveTo>
                  <a:pt x="1114684" y="1134290"/>
                </a:moveTo>
                <a:cubicBezTo>
                  <a:pt x="1129105" y="1134290"/>
                  <a:pt x="1140795" y="1145980"/>
                  <a:pt x="1140795" y="1160401"/>
                </a:cubicBezTo>
                <a:cubicBezTo>
                  <a:pt x="1140795" y="1174822"/>
                  <a:pt x="1129105" y="1186512"/>
                  <a:pt x="1114684" y="1186512"/>
                </a:cubicBezTo>
                <a:cubicBezTo>
                  <a:pt x="1100263" y="1186512"/>
                  <a:pt x="1088573" y="1174822"/>
                  <a:pt x="1088573" y="1160401"/>
                </a:cubicBezTo>
                <a:cubicBezTo>
                  <a:pt x="1088573" y="1145980"/>
                  <a:pt x="1100263" y="1134290"/>
                  <a:pt x="1114684" y="1134290"/>
                </a:cubicBezTo>
                <a:close/>
                <a:moveTo>
                  <a:pt x="896970" y="1134290"/>
                </a:moveTo>
                <a:cubicBezTo>
                  <a:pt x="911391" y="1134290"/>
                  <a:pt x="923081" y="1145980"/>
                  <a:pt x="923081" y="1160401"/>
                </a:cubicBezTo>
                <a:cubicBezTo>
                  <a:pt x="923081" y="1174822"/>
                  <a:pt x="911391" y="1186512"/>
                  <a:pt x="896970" y="1186512"/>
                </a:cubicBezTo>
                <a:cubicBezTo>
                  <a:pt x="882549" y="1186512"/>
                  <a:pt x="870859" y="1174822"/>
                  <a:pt x="870859" y="1160401"/>
                </a:cubicBezTo>
                <a:cubicBezTo>
                  <a:pt x="870859" y="1145980"/>
                  <a:pt x="882549" y="1134290"/>
                  <a:pt x="896970" y="1134290"/>
                </a:cubicBezTo>
                <a:close/>
                <a:moveTo>
                  <a:pt x="679255" y="1134290"/>
                </a:moveTo>
                <a:cubicBezTo>
                  <a:pt x="693676" y="1134290"/>
                  <a:pt x="705366" y="1145980"/>
                  <a:pt x="705366" y="1160401"/>
                </a:cubicBezTo>
                <a:cubicBezTo>
                  <a:pt x="705366" y="1174822"/>
                  <a:pt x="693676" y="1186512"/>
                  <a:pt x="679255" y="1186512"/>
                </a:cubicBezTo>
                <a:cubicBezTo>
                  <a:pt x="664834" y="1186512"/>
                  <a:pt x="653144" y="1174822"/>
                  <a:pt x="653144" y="1160401"/>
                </a:cubicBezTo>
                <a:cubicBezTo>
                  <a:pt x="653144" y="1145980"/>
                  <a:pt x="664834" y="1134290"/>
                  <a:pt x="679255" y="1134290"/>
                </a:cubicBezTo>
                <a:close/>
                <a:moveTo>
                  <a:pt x="461541" y="1134290"/>
                </a:moveTo>
                <a:cubicBezTo>
                  <a:pt x="475962" y="1134290"/>
                  <a:pt x="487652" y="1145980"/>
                  <a:pt x="487652" y="1160401"/>
                </a:cubicBezTo>
                <a:cubicBezTo>
                  <a:pt x="487652" y="1174822"/>
                  <a:pt x="475962" y="1186512"/>
                  <a:pt x="461541" y="1186512"/>
                </a:cubicBezTo>
                <a:cubicBezTo>
                  <a:pt x="447120" y="1186512"/>
                  <a:pt x="435430" y="1174822"/>
                  <a:pt x="435430" y="1160401"/>
                </a:cubicBezTo>
                <a:cubicBezTo>
                  <a:pt x="435430" y="1145980"/>
                  <a:pt x="447120" y="1134290"/>
                  <a:pt x="461541" y="1134290"/>
                </a:cubicBezTo>
                <a:close/>
                <a:moveTo>
                  <a:pt x="243827" y="1134290"/>
                </a:moveTo>
                <a:cubicBezTo>
                  <a:pt x="258248" y="1134290"/>
                  <a:pt x="269938" y="1145980"/>
                  <a:pt x="269938" y="1160401"/>
                </a:cubicBezTo>
                <a:cubicBezTo>
                  <a:pt x="269938" y="1174822"/>
                  <a:pt x="258248" y="1186512"/>
                  <a:pt x="243827" y="1186512"/>
                </a:cubicBezTo>
                <a:cubicBezTo>
                  <a:pt x="229406" y="1186512"/>
                  <a:pt x="217716" y="1174822"/>
                  <a:pt x="217716" y="1160401"/>
                </a:cubicBezTo>
                <a:cubicBezTo>
                  <a:pt x="217716" y="1145980"/>
                  <a:pt x="229406" y="1134290"/>
                  <a:pt x="243827" y="1134290"/>
                </a:cubicBezTo>
                <a:close/>
                <a:moveTo>
                  <a:pt x="26113" y="1134290"/>
                </a:moveTo>
                <a:cubicBezTo>
                  <a:pt x="40534" y="1134290"/>
                  <a:pt x="52224" y="1145980"/>
                  <a:pt x="52224" y="1160401"/>
                </a:cubicBezTo>
                <a:cubicBezTo>
                  <a:pt x="52224" y="1174822"/>
                  <a:pt x="40534" y="1186512"/>
                  <a:pt x="26113" y="1186512"/>
                </a:cubicBezTo>
                <a:cubicBezTo>
                  <a:pt x="11692" y="1186512"/>
                  <a:pt x="2" y="1174822"/>
                  <a:pt x="2" y="1160401"/>
                </a:cubicBezTo>
                <a:cubicBezTo>
                  <a:pt x="2" y="1145980"/>
                  <a:pt x="11692" y="1134290"/>
                  <a:pt x="26113" y="1134290"/>
                </a:cubicBezTo>
                <a:close/>
                <a:moveTo>
                  <a:pt x="1550112" y="907432"/>
                </a:moveTo>
                <a:cubicBezTo>
                  <a:pt x="1564533" y="907432"/>
                  <a:pt x="1576223" y="919122"/>
                  <a:pt x="1576223" y="933543"/>
                </a:cubicBezTo>
                <a:cubicBezTo>
                  <a:pt x="1576223" y="947964"/>
                  <a:pt x="1564533" y="959654"/>
                  <a:pt x="1550112" y="959654"/>
                </a:cubicBezTo>
                <a:cubicBezTo>
                  <a:pt x="1535691" y="959654"/>
                  <a:pt x="1524001" y="947964"/>
                  <a:pt x="1524001" y="933543"/>
                </a:cubicBezTo>
                <a:cubicBezTo>
                  <a:pt x="1524001" y="919122"/>
                  <a:pt x="1535691" y="907432"/>
                  <a:pt x="1550112" y="907432"/>
                </a:cubicBezTo>
                <a:close/>
                <a:moveTo>
                  <a:pt x="1332398" y="907432"/>
                </a:moveTo>
                <a:cubicBezTo>
                  <a:pt x="1346819" y="907432"/>
                  <a:pt x="1358509" y="919122"/>
                  <a:pt x="1358509" y="933543"/>
                </a:cubicBezTo>
                <a:cubicBezTo>
                  <a:pt x="1358509" y="947964"/>
                  <a:pt x="1346819" y="959654"/>
                  <a:pt x="1332398" y="959654"/>
                </a:cubicBezTo>
                <a:cubicBezTo>
                  <a:pt x="1317977" y="959654"/>
                  <a:pt x="1306287" y="947964"/>
                  <a:pt x="1306287" y="933543"/>
                </a:cubicBezTo>
                <a:cubicBezTo>
                  <a:pt x="1306287" y="919122"/>
                  <a:pt x="1317977" y="907432"/>
                  <a:pt x="1332398" y="907432"/>
                </a:cubicBezTo>
                <a:close/>
                <a:moveTo>
                  <a:pt x="1114685" y="907432"/>
                </a:moveTo>
                <a:cubicBezTo>
                  <a:pt x="1129106" y="907432"/>
                  <a:pt x="1140796" y="919122"/>
                  <a:pt x="1140796" y="933543"/>
                </a:cubicBezTo>
                <a:cubicBezTo>
                  <a:pt x="1140796" y="947964"/>
                  <a:pt x="1129106" y="959654"/>
                  <a:pt x="1114685" y="959654"/>
                </a:cubicBezTo>
                <a:cubicBezTo>
                  <a:pt x="1100264" y="959654"/>
                  <a:pt x="1088574" y="947964"/>
                  <a:pt x="1088574" y="933543"/>
                </a:cubicBezTo>
                <a:cubicBezTo>
                  <a:pt x="1088574" y="919122"/>
                  <a:pt x="1100264" y="907432"/>
                  <a:pt x="1114685" y="907432"/>
                </a:cubicBezTo>
                <a:close/>
                <a:moveTo>
                  <a:pt x="896971" y="907432"/>
                </a:moveTo>
                <a:cubicBezTo>
                  <a:pt x="911392" y="907432"/>
                  <a:pt x="923082" y="919122"/>
                  <a:pt x="923082" y="933543"/>
                </a:cubicBezTo>
                <a:cubicBezTo>
                  <a:pt x="923082" y="947964"/>
                  <a:pt x="911392" y="959654"/>
                  <a:pt x="896971" y="959654"/>
                </a:cubicBezTo>
                <a:cubicBezTo>
                  <a:pt x="882550" y="959654"/>
                  <a:pt x="870860" y="947964"/>
                  <a:pt x="870860" y="933543"/>
                </a:cubicBezTo>
                <a:cubicBezTo>
                  <a:pt x="870860" y="919122"/>
                  <a:pt x="882550" y="907432"/>
                  <a:pt x="896971" y="907432"/>
                </a:cubicBezTo>
                <a:close/>
                <a:moveTo>
                  <a:pt x="679256" y="907432"/>
                </a:moveTo>
                <a:cubicBezTo>
                  <a:pt x="693677" y="907432"/>
                  <a:pt x="705367" y="919122"/>
                  <a:pt x="705367" y="933543"/>
                </a:cubicBezTo>
                <a:cubicBezTo>
                  <a:pt x="705367" y="947964"/>
                  <a:pt x="693677" y="959654"/>
                  <a:pt x="679256" y="959654"/>
                </a:cubicBezTo>
                <a:cubicBezTo>
                  <a:pt x="664835" y="959654"/>
                  <a:pt x="653145" y="947964"/>
                  <a:pt x="653145" y="933543"/>
                </a:cubicBezTo>
                <a:cubicBezTo>
                  <a:pt x="653145" y="919122"/>
                  <a:pt x="664835" y="907432"/>
                  <a:pt x="679256" y="907432"/>
                </a:cubicBezTo>
                <a:close/>
                <a:moveTo>
                  <a:pt x="461542" y="907432"/>
                </a:moveTo>
                <a:cubicBezTo>
                  <a:pt x="475963" y="907432"/>
                  <a:pt x="487653" y="919122"/>
                  <a:pt x="487653" y="933543"/>
                </a:cubicBezTo>
                <a:cubicBezTo>
                  <a:pt x="487653" y="947964"/>
                  <a:pt x="475963" y="959654"/>
                  <a:pt x="461542" y="959654"/>
                </a:cubicBezTo>
                <a:cubicBezTo>
                  <a:pt x="447121" y="959654"/>
                  <a:pt x="435431" y="947964"/>
                  <a:pt x="435431" y="933543"/>
                </a:cubicBezTo>
                <a:cubicBezTo>
                  <a:pt x="435431" y="919122"/>
                  <a:pt x="447121" y="907432"/>
                  <a:pt x="461542" y="907432"/>
                </a:cubicBezTo>
                <a:close/>
                <a:moveTo>
                  <a:pt x="243828" y="907432"/>
                </a:moveTo>
                <a:cubicBezTo>
                  <a:pt x="258249" y="907432"/>
                  <a:pt x="269939" y="919122"/>
                  <a:pt x="269939" y="933543"/>
                </a:cubicBezTo>
                <a:cubicBezTo>
                  <a:pt x="269939" y="947964"/>
                  <a:pt x="258249" y="959654"/>
                  <a:pt x="243828" y="959654"/>
                </a:cubicBezTo>
                <a:cubicBezTo>
                  <a:pt x="229407" y="959654"/>
                  <a:pt x="217717" y="947964"/>
                  <a:pt x="217717" y="933543"/>
                </a:cubicBezTo>
                <a:cubicBezTo>
                  <a:pt x="217717" y="919122"/>
                  <a:pt x="229407" y="907432"/>
                  <a:pt x="243828" y="907432"/>
                </a:cubicBezTo>
                <a:close/>
                <a:moveTo>
                  <a:pt x="26114" y="907432"/>
                </a:moveTo>
                <a:cubicBezTo>
                  <a:pt x="40535" y="907432"/>
                  <a:pt x="52225" y="919122"/>
                  <a:pt x="52225" y="933543"/>
                </a:cubicBezTo>
                <a:cubicBezTo>
                  <a:pt x="52225" y="947964"/>
                  <a:pt x="40535" y="959654"/>
                  <a:pt x="26114" y="959654"/>
                </a:cubicBezTo>
                <a:cubicBezTo>
                  <a:pt x="11693" y="959654"/>
                  <a:pt x="3" y="947964"/>
                  <a:pt x="3" y="933543"/>
                </a:cubicBezTo>
                <a:cubicBezTo>
                  <a:pt x="3" y="919122"/>
                  <a:pt x="11693" y="907432"/>
                  <a:pt x="26114" y="907432"/>
                </a:cubicBezTo>
                <a:close/>
                <a:moveTo>
                  <a:pt x="1550113" y="680574"/>
                </a:moveTo>
                <a:cubicBezTo>
                  <a:pt x="1564534" y="680574"/>
                  <a:pt x="1576224" y="692264"/>
                  <a:pt x="1576224" y="706685"/>
                </a:cubicBezTo>
                <a:cubicBezTo>
                  <a:pt x="1576224" y="721106"/>
                  <a:pt x="1564534" y="732796"/>
                  <a:pt x="1550113" y="732796"/>
                </a:cubicBezTo>
                <a:cubicBezTo>
                  <a:pt x="1535692" y="732796"/>
                  <a:pt x="1524002" y="721106"/>
                  <a:pt x="1524002" y="706685"/>
                </a:cubicBezTo>
                <a:cubicBezTo>
                  <a:pt x="1524002" y="692264"/>
                  <a:pt x="1535692" y="680574"/>
                  <a:pt x="1550113" y="680574"/>
                </a:cubicBezTo>
                <a:close/>
                <a:moveTo>
                  <a:pt x="1332399" y="680574"/>
                </a:moveTo>
                <a:cubicBezTo>
                  <a:pt x="1346820" y="680574"/>
                  <a:pt x="1358510" y="692264"/>
                  <a:pt x="1358510" y="706685"/>
                </a:cubicBezTo>
                <a:cubicBezTo>
                  <a:pt x="1358510" y="721106"/>
                  <a:pt x="1346820" y="732796"/>
                  <a:pt x="1332399" y="732796"/>
                </a:cubicBezTo>
                <a:cubicBezTo>
                  <a:pt x="1317978" y="732796"/>
                  <a:pt x="1306288" y="721106"/>
                  <a:pt x="1306288" y="706685"/>
                </a:cubicBezTo>
                <a:cubicBezTo>
                  <a:pt x="1306288" y="692264"/>
                  <a:pt x="1317978" y="680574"/>
                  <a:pt x="1332399" y="680574"/>
                </a:cubicBezTo>
                <a:close/>
                <a:moveTo>
                  <a:pt x="1114686" y="680574"/>
                </a:moveTo>
                <a:cubicBezTo>
                  <a:pt x="1129107" y="680574"/>
                  <a:pt x="1140797" y="692264"/>
                  <a:pt x="1140797" y="706685"/>
                </a:cubicBezTo>
                <a:cubicBezTo>
                  <a:pt x="1140797" y="721106"/>
                  <a:pt x="1129107" y="732796"/>
                  <a:pt x="1114686" y="732796"/>
                </a:cubicBezTo>
                <a:cubicBezTo>
                  <a:pt x="1100265" y="732796"/>
                  <a:pt x="1088575" y="721106"/>
                  <a:pt x="1088575" y="706685"/>
                </a:cubicBezTo>
                <a:cubicBezTo>
                  <a:pt x="1088575" y="692264"/>
                  <a:pt x="1100265" y="680574"/>
                  <a:pt x="1114686" y="680574"/>
                </a:cubicBezTo>
                <a:close/>
                <a:moveTo>
                  <a:pt x="896972" y="680574"/>
                </a:moveTo>
                <a:cubicBezTo>
                  <a:pt x="911393" y="680574"/>
                  <a:pt x="923083" y="692264"/>
                  <a:pt x="923083" y="706685"/>
                </a:cubicBezTo>
                <a:cubicBezTo>
                  <a:pt x="923083" y="721106"/>
                  <a:pt x="911393" y="732796"/>
                  <a:pt x="896972" y="732796"/>
                </a:cubicBezTo>
                <a:cubicBezTo>
                  <a:pt x="882551" y="732796"/>
                  <a:pt x="870861" y="721106"/>
                  <a:pt x="870861" y="706685"/>
                </a:cubicBezTo>
                <a:cubicBezTo>
                  <a:pt x="870861" y="692264"/>
                  <a:pt x="882551" y="680574"/>
                  <a:pt x="896972" y="680574"/>
                </a:cubicBezTo>
                <a:close/>
                <a:moveTo>
                  <a:pt x="679257" y="680574"/>
                </a:moveTo>
                <a:cubicBezTo>
                  <a:pt x="693678" y="680574"/>
                  <a:pt x="705368" y="692264"/>
                  <a:pt x="705368" y="706685"/>
                </a:cubicBezTo>
                <a:cubicBezTo>
                  <a:pt x="705368" y="721106"/>
                  <a:pt x="693678" y="732796"/>
                  <a:pt x="679257" y="732796"/>
                </a:cubicBezTo>
                <a:cubicBezTo>
                  <a:pt x="664836" y="732796"/>
                  <a:pt x="653146" y="721106"/>
                  <a:pt x="653146" y="706685"/>
                </a:cubicBezTo>
                <a:cubicBezTo>
                  <a:pt x="653146" y="692264"/>
                  <a:pt x="664836" y="680574"/>
                  <a:pt x="679257" y="680574"/>
                </a:cubicBezTo>
                <a:close/>
                <a:moveTo>
                  <a:pt x="461543" y="680574"/>
                </a:moveTo>
                <a:cubicBezTo>
                  <a:pt x="475964" y="680574"/>
                  <a:pt x="487654" y="692264"/>
                  <a:pt x="487654" y="706685"/>
                </a:cubicBezTo>
                <a:cubicBezTo>
                  <a:pt x="487654" y="721106"/>
                  <a:pt x="475964" y="732796"/>
                  <a:pt x="461543" y="732796"/>
                </a:cubicBezTo>
                <a:cubicBezTo>
                  <a:pt x="447122" y="732796"/>
                  <a:pt x="435432" y="721106"/>
                  <a:pt x="435432" y="706685"/>
                </a:cubicBezTo>
                <a:cubicBezTo>
                  <a:pt x="435432" y="692264"/>
                  <a:pt x="447122" y="680574"/>
                  <a:pt x="461543" y="680574"/>
                </a:cubicBezTo>
                <a:close/>
                <a:moveTo>
                  <a:pt x="243829" y="680574"/>
                </a:moveTo>
                <a:cubicBezTo>
                  <a:pt x="258250" y="680574"/>
                  <a:pt x="269940" y="692264"/>
                  <a:pt x="269940" y="706685"/>
                </a:cubicBezTo>
                <a:cubicBezTo>
                  <a:pt x="269940" y="721106"/>
                  <a:pt x="258250" y="732796"/>
                  <a:pt x="243829" y="732796"/>
                </a:cubicBezTo>
                <a:cubicBezTo>
                  <a:pt x="229408" y="732796"/>
                  <a:pt x="217718" y="721106"/>
                  <a:pt x="217718" y="706685"/>
                </a:cubicBezTo>
                <a:cubicBezTo>
                  <a:pt x="217718" y="692264"/>
                  <a:pt x="229408" y="680574"/>
                  <a:pt x="243829" y="680574"/>
                </a:cubicBezTo>
                <a:close/>
                <a:moveTo>
                  <a:pt x="26115" y="680574"/>
                </a:moveTo>
                <a:cubicBezTo>
                  <a:pt x="40536" y="680574"/>
                  <a:pt x="52226" y="692264"/>
                  <a:pt x="52226" y="706685"/>
                </a:cubicBezTo>
                <a:cubicBezTo>
                  <a:pt x="52226" y="721106"/>
                  <a:pt x="40536" y="732796"/>
                  <a:pt x="26115" y="732796"/>
                </a:cubicBezTo>
                <a:cubicBezTo>
                  <a:pt x="11694" y="732796"/>
                  <a:pt x="4" y="721106"/>
                  <a:pt x="4" y="706685"/>
                </a:cubicBezTo>
                <a:cubicBezTo>
                  <a:pt x="4" y="692264"/>
                  <a:pt x="11694" y="680574"/>
                  <a:pt x="26115" y="680574"/>
                </a:cubicBezTo>
                <a:close/>
                <a:moveTo>
                  <a:pt x="26116" y="453717"/>
                </a:moveTo>
                <a:cubicBezTo>
                  <a:pt x="40537" y="453717"/>
                  <a:pt x="52227" y="465407"/>
                  <a:pt x="52227" y="479827"/>
                </a:cubicBezTo>
                <a:cubicBezTo>
                  <a:pt x="52227" y="494249"/>
                  <a:pt x="40537" y="505939"/>
                  <a:pt x="26116" y="505939"/>
                </a:cubicBezTo>
                <a:cubicBezTo>
                  <a:pt x="11695" y="505939"/>
                  <a:pt x="5" y="494249"/>
                  <a:pt x="5" y="479827"/>
                </a:cubicBezTo>
                <a:cubicBezTo>
                  <a:pt x="5" y="465407"/>
                  <a:pt x="11695" y="453717"/>
                  <a:pt x="26116" y="453717"/>
                </a:cubicBezTo>
                <a:close/>
                <a:moveTo>
                  <a:pt x="243830" y="453717"/>
                </a:moveTo>
                <a:cubicBezTo>
                  <a:pt x="258251" y="453717"/>
                  <a:pt x="269941" y="465407"/>
                  <a:pt x="269941" y="479827"/>
                </a:cubicBezTo>
                <a:cubicBezTo>
                  <a:pt x="269941" y="494249"/>
                  <a:pt x="258251" y="505939"/>
                  <a:pt x="243830" y="505939"/>
                </a:cubicBezTo>
                <a:cubicBezTo>
                  <a:pt x="229409" y="505939"/>
                  <a:pt x="217719" y="494249"/>
                  <a:pt x="217719" y="479827"/>
                </a:cubicBezTo>
                <a:cubicBezTo>
                  <a:pt x="217719" y="465407"/>
                  <a:pt x="229409" y="453717"/>
                  <a:pt x="243830" y="453717"/>
                </a:cubicBezTo>
                <a:close/>
                <a:moveTo>
                  <a:pt x="461544" y="453717"/>
                </a:moveTo>
                <a:cubicBezTo>
                  <a:pt x="475965" y="453717"/>
                  <a:pt x="487655" y="465407"/>
                  <a:pt x="487655" y="479827"/>
                </a:cubicBezTo>
                <a:cubicBezTo>
                  <a:pt x="487655" y="494249"/>
                  <a:pt x="475965" y="505939"/>
                  <a:pt x="461544" y="505939"/>
                </a:cubicBezTo>
                <a:cubicBezTo>
                  <a:pt x="447123" y="505939"/>
                  <a:pt x="435433" y="494249"/>
                  <a:pt x="435433" y="479827"/>
                </a:cubicBezTo>
                <a:cubicBezTo>
                  <a:pt x="435433" y="465407"/>
                  <a:pt x="447123" y="453717"/>
                  <a:pt x="461544" y="453717"/>
                </a:cubicBezTo>
                <a:close/>
                <a:moveTo>
                  <a:pt x="679258" y="453717"/>
                </a:moveTo>
                <a:cubicBezTo>
                  <a:pt x="693679" y="453717"/>
                  <a:pt x="705369" y="465407"/>
                  <a:pt x="705369" y="479827"/>
                </a:cubicBezTo>
                <a:cubicBezTo>
                  <a:pt x="705369" y="494249"/>
                  <a:pt x="693679" y="505939"/>
                  <a:pt x="679258" y="505939"/>
                </a:cubicBezTo>
                <a:cubicBezTo>
                  <a:pt x="664837" y="505939"/>
                  <a:pt x="653147" y="494249"/>
                  <a:pt x="653147" y="479827"/>
                </a:cubicBezTo>
                <a:cubicBezTo>
                  <a:pt x="653147" y="465407"/>
                  <a:pt x="664837" y="453717"/>
                  <a:pt x="679258" y="453717"/>
                </a:cubicBezTo>
                <a:close/>
                <a:moveTo>
                  <a:pt x="896973" y="453717"/>
                </a:moveTo>
                <a:cubicBezTo>
                  <a:pt x="911394" y="453717"/>
                  <a:pt x="923084" y="465406"/>
                  <a:pt x="923084" y="479827"/>
                </a:cubicBezTo>
                <a:cubicBezTo>
                  <a:pt x="923084" y="494248"/>
                  <a:pt x="911394" y="505939"/>
                  <a:pt x="896973" y="505939"/>
                </a:cubicBezTo>
                <a:cubicBezTo>
                  <a:pt x="882552" y="505939"/>
                  <a:pt x="870862" y="494248"/>
                  <a:pt x="870862" y="479827"/>
                </a:cubicBezTo>
                <a:cubicBezTo>
                  <a:pt x="870862" y="465406"/>
                  <a:pt x="882552" y="453717"/>
                  <a:pt x="896973" y="453717"/>
                </a:cubicBezTo>
                <a:close/>
                <a:moveTo>
                  <a:pt x="1114687" y="453717"/>
                </a:moveTo>
                <a:cubicBezTo>
                  <a:pt x="1129108" y="453717"/>
                  <a:pt x="1140798" y="465406"/>
                  <a:pt x="1140798" y="479827"/>
                </a:cubicBezTo>
                <a:cubicBezTo>
                  <a:pt x="1140798" y="494248"/>
                  <a:pt x="1129108" y="505938"/>
                  <a:pt x="1114687" y="505938"/>
                </a:cubicBezTo>
                <a:cubicBezTo>
                  <a:pt x="1100266" y="505938"/>
                  <a:pt x="1088576" y="494248"/>
                  <a:pt x="1088576" y="479827"/>
                </a:cubicBezTo>
                <a:cubicBezTo>
                  <a:pt x="1088576" y="465406"/>
                  <a:pt x="1100266" y="453717"/>
                  <a:pt x="1114687" y="453717"/>
                </a:cubicBezTo>
                <a:close/>
                <a:moveTo>
                  <a:pt x="1332400" y="453716"/>
                </a:moveTo>
                <a:cubicBezTo>
                  <a:pt x="1346821" y="453716"/>
                  <a:pt x="1358511" y="465406"/>
                  <a:pt x="1358511" y="479827"/>
                </a:cubicBezTo>
                <a:cubicBezTo>
                  <a:pt x="1358511" y="494248"/>
                  <a:pt x="1346821" y="505938"/>
                  <a:pt x="1332400" y="505938"/>
                </a:cubicBezTo>
                <a:cubicBezTo>
                  <a:pt x="1317979" y="505938"/>
                  <a:pt x="1306289" y="494248"/>
                  <a:pt x="1306289" y="479827"/>
                </a:cubicBezTo>
                <a:cubicBezTo>
                  <a:pt x="1306289" y="465406"/>
                  <a:pt x="1317979" y="453716"/>
                  <a:pt x="1332400" y="453716"/>
                </a:cubicBezTo>
                <a:close/>
                <a:moveTo>
                  <a:pt x="1550114" y="453716"/>
                </a:moveTo>
                <a:cubicBezTo>
                  <a:pt x="1564535" y="453716"/>
                  <a:pt x="1576225" y="465406"/>
                  <a:pt x="1576225" y="479827"/>
                </a:cubicBezTo>
                <a:cubicBezTo>
                  <a:pt x="1576225" y="494248"/>
                  <a:pt x="1564535" y="505938"/>
                  <a:pt x="1550114" y="505938"/>
                </a:cubicBezTo>
                <a:cubicBezTo>
                  <a:pt x="1535693" y="505938"/>
                  <a:pt x="1524003" y="494248"/>
                  <a:pt x="1524003" y="479827"/>
                </a:cubicBezTo>
                <a:cubicBezTo>
                  <a:pt x="1524003" y="465406"/>
                  <a:pt x="1535693" y="453716"/>
                  <a:pt x="1550114" y="453716"/>
                </a:cubicBezTo>
                <a:close/>
                <a:moveTo>
                  <a:pt x="1114688" y="226858"/>
                </a:moveTo>
                <a:cubicBezTo>
                  <a:pt x="1129109" y="226858"/>
                  <a:pt x="1140799" y="238548"/>
                  <a:pt x="1140799" y="252969"/>
                </a:cubicBezTo>
                <a:cubicBezTo>
                  <a:pt x="1140799" y="267390"/>
                  <a:pt x="1129109" y="279080"/>
                  <a:pt x="1114688" y="279080"/>
                </a:cubicBezTo>
                <a:cubicBezTo>
                  <a:pt x="1100267" y="279080"/>
                  <a:pt x="1088577" y="267390"/>
                  <a:pt x="1088577" y="252969"/>
                </a:cubicBezTo>
                <a:cubicBezTo>
                  <a:pt x="1088577" y="238548"/>
                  <a:pt x="1100267" y="226858"/>
                  <a:pt x="1114688" y="226858"/>
                </a:cubicBezTo>
                <a:close/>
                <a:moveTo>
                  <a:pt x="896974" y="226858"/>
                </a:moveTo>
                <a:cubicBezTo>
                  <a:pt x="911395" y="226858"/>
                  <a:pt x="923085" y="238548"/>
                  <a:pt x="923085" y="252969"/>
                </a:cubicBezTo>
                <a:cubicBezTo>
                  <a:pt x="923085" y="267390"/>
                  <a:pt x="911395" y="279080"/>
                  <a:pt x="896974" y="279080"/>
                </a:cubicBezTo>
                <a:cubicBezTo>
                  <a:pt x="882553" y="279080"/>
                  <a:pt x="870863" y="267390"/>
                  <a:pt x="870863" y="252969"/>
                </a:cubicBezTo>
                <a:cubicBezTo>
                  <a:pt x="870863" y="238548"/>
                  <a:pt x="882553" y="226858"/>
                  <a:pt x="896974" y="226858"/>
                </a:cubicBezTo>
                <a:close/>
                <a:moveTo>
                  <a:pt x="679259" y="226858"/>
                </a:moveTo>
                <a:cubicBezTo>
                  <a:pt x="693680" y="226858"/>
                  <a:pt x="705370" y="238548"/>
                  <a:pt x="705370" y="252970"/>
                </a:cubicBezTo>
                <a:cubicBezTo>
                  <a:pt x="705370" y="267391"/>
                  <a:pt x="693680" y="279080"/>
                  <a:pt x="679259" y="279080"/>
                </a:cubicBezTo>
                <a:cubicBezTo>
                  <a:pt x="664838" y="279080"/>
                  <a:pt x="653148" y="267391"/>
                  <a:pt x="653148" y="252970"/>
                </a:cubicBezTo>
                <a:cubicBezTo>
                  <a:pt x="653148" y="238548"/>
                  <a:pt x="664838" y="226858"/>
                  <a:pt x="679259" y="226858"/>
                </a:cubicBezTo>
                <a:close/>
                <a:moveTo>
                  <a:pt x="461545" y="226858"/>
                </a:moveTo>
                <a:cubicBezTo>
                  <a:pt x="475966" y="226858"/>
                  <a:pt x="487656" y="238549"/>
                  <a:pt x="487656" y="252970"/>
                </a:cubicBezTo>
                <a:cubicBezTo>
                  <a:pt x="487656" y="267391"/>
                  <a:pt x="475966" y="279081"/>
                  <a:pt x="461545" y="279081"/>
                </a:cubicBezTo>
                <a:cubicBezTo>
                  <a:pt x="447124" y="279081"/>
                  <a:pt x="435434" y="267391"/>
                  <a:pt x="435434" y="252970"/>
                </a:cubicBezTo>
                <a:cubicBezTo>
                  <a:pt x="435434" y="238549"/>
                  <a:pt x="447124" y="226858"/>
                  <a:pt x="461545" y="226858"/>
                </a:cubicBezTo>
                <a:close/>
                <a:moveTo>
                  <a:pt x="243831" y="226858"/>
                </a:moveTo>
                <a:cubicBezTo>
                  <a:pt x="258252" y="226858"/>
                  <a:pt x="269942" y="238549"/>
                  <a:pt x="269942" y="252970"/>
                </a:cubicBezTo>
                <a:cubicBezTo>
                  <a:pt x="269942" y="267391"/>
                  <a:pt x="258252" y="279081"/>
                  <a:pt x="243831" y="279081"/>
                </a:cubicBezTo>
                <a:cubicBezTo>
                  <a:pt x="229410" y="279081"/>
                  <a:pt x="217720" y="267391"/>
                  <a:pt x="217720" y="252970"/>
                </a:cubicBezTo>
                <a:cubicBezTo>
                  <a:pt x="217720" y="238549"/>
                  <a:pt x="229410" y="226858"/>
                  <a:pt x="243831" y="226858"/>
                </a:cubicBezTo>
                <a:close/>
                <a:moveTo>
                  <a:pt x="26117" y="226858"/>
                </a:moveTo>
                <a:cubicBezTo>
                  <a:pt x="40538" y="226858"/>
                  <a:pt x="52228" y="238549"/>
                  <a:pt x="52228" y="252970"/>
                </a:cubicBezTo>
                <a:cubicBezTo>
                  <a:pt x="52228" y="267391"/>
                  <a:pt x="40538" y="279081"/>
                  <a:pt x="26117" y="279081"/>
                </a:cubicBezTo>
                <a:cubicBezTo>
                  <a:pt x="11696" y="279081"/>
                  <a:pt x="6" y="267391"/>
                  <a:pt x="6" y="252970"/>
                </a:cubicBezTo>
                <a:cubicBezTo>
                  <a:pt x="6" y="238549"/>
                  <a:pt x="11696" y="226858"/>
                  <a:pt x="26117" y="226858"/>
                </a:cubicBezTo>
                <a:close/>
                <a:moveTo>
                  <a:pt x="1332401" y="226858"/>
                </a:moveTo>
                <a:cubicBezTo>
                  <a:pt x="1346822" y="226858"/>
                  <a:pt x="1358512" y="238548"/>
                  <a:pt x="1358512" y="252969"/>
                </a:cubicBezTo>
                <a:cubicBezTo>
                  <a:pt x="1358512" y="267390"/>
                  <a:pt x="1346822" y="279080"/>
                  <a:pt x="1332401" y="279080"/>
                </a:cubicBezTo>
                <a:cubicBezTo>
                  <a:pt x="1317980" y="279080"/>
                  <a:pt x="1306290" y="267390"/>
                  <a:pt x="1306290" y="252969"/>
                </a:cubicBezTo>
                <a:cubicBezTo>
                  <a:pt x="1306290" y="238548"/>
                  <a:pt x="1317980" y="226858"/>
                  <a:pt x="1332401" y="226858"/>
                </a:cubicBezTo>
                <a:close/>
                <a:moveTo>
                  <a:pt x="1550115" y="226858"/>
                </a:moveTo>
                <a:cubicBezTo>
                  <a:pt x="1564536" y="226858"/>
                  <a:pt x="1576226" y="238548"/>
                  <a:pt x="1576226" y="252969"/>
                </a:cubicBezTo>
                <a:cubicBezTo>
                  <a:pt x="1576226" y="267390"/>
                  <a:pt x="1564536" y="279080"/>
                  <a:pt x="1550115" y="279080"/>
                </a:cubicBezTo>
                <a:cubicBezTo>
                  <a:pt x="1535694" y="279080"/>
                  <a:pt x="1524004" y="267390"/>
                  <a:pt x="1524004" y="252969"/>
                </a:cubicBezTo>
                <a:cubicBezTo>
                  <a:pt x="1524004" y="238548"/>
                  <a:pt x="1535694" y="226858"/>
                  <a:pt x="1550115" y="226858"/>
                </a:cubicBezTo>
                <a:close/>
                <a:moveTo>
                  <a:pt x="26117" y="2"/>
                </a:moveTo>
                <a:cubicBezTo>
                  <a:pt x="40538" y="2"/>
                  <a:pt x="52228" y="11692"/>
                  <a:pt x="52228" y="26113"/>
                </a:cubicBezTo>
                <a:cubicBezTo>
                  <a:pt x="52228" y="40534"/>
                  <a:pt x="40538" y="52224"/>
                  <a:pt x="26117" y="52224"/>
                </a:cubicBezTo>
                <a:cubicBezTo>
                  <a:pt x="11696" y="52224"/>
                  <a:pt x="6" y="40534"/>
                  <a:pt x="6" y="26113"/>
                </a:cubicBezTo>
                <a:cubicBezTo>
                  <a:pt x="6" y="11692"/>
                  <a:pt x="11696" y="2"/>
                  <a:pt x="26117" y="2"/>
                </a:cubicBezTo>
                <a:close/>
                <a:moveTo>
                  <a:pt x="243831" y="1"/>
                </a:moveTo>
                <a:cubicBezTo>
                  <a:pt x="258252" y="1"/>
                  <a:pt x="269942" y="11691"/>
                  <a:pt x="269942" y="26112"/>
                </a:cubicBezTo>
                <a:cubicBezTo>
                  <a:pt x="269942" y="40534"/>
                  <a:pt x="258252" y="52224"/>
                  <a:pt x="243831" y="52224"/>
                </a:cubicBezTo>
                <a:cubicBezTo>
                  <a:pt x="229410" y="52224"/>
                  <a:pt x="217720" y="40534"/>
                  <a:pt x="217720" y="26112"/>
                </a:cubicBezTo>
                <a:cubicBezTo>
                  <a:pt x="217720" y="11691"/>
                  <a:pt x="229410" y="1"/>
                  <a:pt x="243831" y="1"/>
                </a:cubicBezTo>
                <a:close/>
                <a:moveTo>
                  <a:pt x="461545" y="1"/>
                </a:moveTo>
                <a:cubicBezTo>
                  <a:pt x="475966" y="1"/>
                  <a:pt x="487656" y="11691"/>
                  <a:pt x="487656" y="26112"/>
                </a:cubicBezTo>
                <a:cubicBezTo>
                  <a:pt x="487656" y="40534"/>
                  <a:pt x="475966" y="52224"/>
                  <a:pt x="461545" y="52224"/>
                </a:cubicBezTo>
                <a:cubicBezTo>
                  <a:pt x="447124" y="52224"/>
                  <a:pt x="435434" y="40534"/>
                  <a:pt x="435434" y="26112"/>
                </a:cubicBezTo>
                <a:cubicBezTo>
                  <a:pt x="435434" y="11691"/>
                  <a:pt x="447124" y="1"/>
                  <a:pt x="461545" y="1"/>
                </a:cubicBezTo>
                <a:close/>
                <a:moveTo>
                  <a:pt x="679259" y="1"/>
                </a:moveTo>
                <a:cubicBezTo>
                  <a:pt x="693680" y="1"/>
                  <a:pt x="705370" y="11691"/>
                  <a:pt x="705370" y="26112"/>
                </a:cubicBezTo>
                <a:cubicBezTo>
                  <a:pt x="705370" y="40533"/>
                  <a:pt x="693680" y="52223"/>
                  <a:pt x="679259" y="52223"/>
                </a:cubicBezTo>
                <a:cubicBezTo>
                  <a:pt x="664838" y="52223"/>
                  <a:pt x="653148" y="40533"/>
                  <a:pt x="653148" y="26112"/>
                </a:cubicBezTo>
                <a:cubicBezTo>
                  <a:pt x="653148" y="11691"/>
                  <a:pt x="664838" y="1"/>
                  <a:pt x="679259" y="1"/>
                </a:cubicBezTo>
                <a:close/>
                <a:moveTo>
                  <a:pt x="896974" y="1"/>
                </a:moveTo>
                <a:cubicBezTo>
                  <a:pt x="911395" y="1"/>
                  <a:pt x="923085" y="11691"/>
                  <a:pt x="923085" y="26112"/>
                </a:cubicBezTo>
                <a:cubicBezTo>
                  <a:pt x="923085" y="40533"/>
                  <a:pt x="911395" y="52223"/>
                  <a:pt x="896974" y="52223"/>
                </a:cubicBezTo>
                <a:cubicBezTo>
                  <a:pt x="882553" y="52223"/>
                  <a:pt x="870863" y="40533"/>
                  <a:pt x="870863" y="26112"/>
                </a:cubicBezTo>
                <a:cubicBezTo>
                  <a:pt x="870863" y="11691"/>
                  <a:pt x="882553" y="1"/>
                  <a:pt x="896974" y="1"/>
                </a:cubicBezTo>
                <a:close/>
                <a:moveTo>
                  <a:pt x="1114688" y="1"/>
                </a:moveTo>
                <a:cubicBezTo>
                  <a:pt x="1129109" y="1"/>
                  <a:pt x="1140799" y="11691"/>
                  <a:pt x="1140799" y="26112"/>
                </a:cubicBezTo>
                <a:cubicBezTo>
                  <a:pt x="1140799" y="40533"/>
                  <a:pt x="1129109" y="52223"/>
                  <a:pt x="1114688" y="52223"/>
                </a:cubicBezTo>
                <a:cubicBezTo>
                  <a:pt x="1100267" y="52223"/>
                  <a:pt x="1088577" y="40533"/>
                  <a:pt x="1088577" y="26112"/>
                </a:cubicBezTo>
                <a:cubicBezTo>
                  <a:pt x="1088577" y="11691"/>
                  <a:pt x="1100267" y="1"/>
                  <a:pt x="1114688" y="1"/>
                </a:cubicBezTo>
                <a:close/>
                <a:moveTo>
                  <a:pt x="1332401" y="0"/>
                </a:moveTo>
                <a:cubicBezTo>
                  <a:pt x="1346822" y="0"/>
                  <a:pt x="1358512" y="11690"/>
                  <a:pt x="1358512" y="26111"/>
                </a:cubicBezTo>
                <a:cubicBezTo>
                  <a:pt x="1358512" y="40533"/>
                  <a:pt x="1346822" y="52223"/>
                  <a:pt x="1332401" y="52223"/>
                </a:cubicBezTo>
                <a:cubicBezTo>
                  <a:pt x="1317980" y="52223"/>
                  <a:pt x="1306290" y="40533"/>
                  <a:pt x="1306290" y="26111"/>
                </a:cubicBezTo>
                <a:cubicBezTo>
                  <a:pt x="1306290" y="11690"/>
                  <a:pt x="1317980" y="0"/>
                  <a:pt x="1332401" y="0"/>
                </a:cubicBezTo>
                <a:close/>
                <a:moveTo>
                  <a:pt x="1550115" y="0"/>
                </a:moveTo>
                <a:cubicBezTo>
                  <a:pt x="1564536" y="0"/>
                  <a:pt x="1576226" y="11690"/>
                  <a:pt x="1576226" y="26111"/>
                </a:cubicBezTo>
                <a:cubicBezTo>
                  <a:pt x="1576226" y="40532"/>
                  <a:pt x="1564536" y="52222"/>
                  <a:pt x="1550115" y="52222"/>
                </a:cubicBezTo>
                <a:cubicBezTo>
                  <a:pt x="1535694" y="52222"/>
                  <a:pt x="1524004" y="40532"/>
                  <a:pt x="1524004" y="26111"/>
                </a:cubicBezTo>
                <a:cubicBezTo>
                  <a:pt x="1524004" y="11690"/>
                  <a:pt x="1535694" y="0"/>
                  <a:pt x="1550115" y="0"/>
                </a:cubicBezTo>
                <a:close/>
              </a:path>
            </a:pathLst>
          </a:cu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813C658-5A9D-262C-4AB5-4C183F7410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889" y="5982359"/>
            <a:ext cx="557144" cy="71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74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F34898-EF85-CCB8-A3C2-E9986A34C60C}"/>
              </a:ext>
            </a:extLst>
          </p:cNvPr>
          <p:cNvSpPr>
            <a:spLocks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D6A389-9CA2-B66B-2512-F3FB11FC270C}"/>
              </a:ext>
            </a:extLst>
          </p:cNvPr>
          <p:cNvSpPr/>
          <p:nvPr userDrawn="1"/>
        </p:nvSpPr>
        <p:spPr>
          <a:xfrm>
            <a:off x="7487640" y="-1185170"/>
            <a:ext cx="4851265" cy="9228340"/>
          </a:xfrm>
          <a:custGeom>
            <a:avLst/>
            <a:gdLst>
              <a:gd name="connsiteX0" fmla="*/ 2984501 w 3124595"/>
              <a:gd name="connsiteY0" fmla="*/ 0 h 5969002"/>
              <a:gd name="connsiteX1" fmla="*/ 3124595 w 3124595"/>
              <a:gd name="connsiteY1" fmla="*/ 3542 h 5969002"/>
              <a:gd name="connsiteX2" fmla="*/ 3124595 w 3124595"/>
              <a:gd name="connsiteY2" fmla="*/ 1306857 h 5969002"/>
              <a:gd name="connsiteX3" fmla="*/ 2984501 w 3124595"/>
              <a:gd name="connsiteY3" fmla="*/ 1299783 h 5969002"/>
              <a:gd name="connsiteX4" fmla="*/ 1299783 w 3124595"/>
              <a:gd name="connsiteY4" fmla="*/ 2984501 h 5969002"/>
              <a:gd name="connsiteX5" fmla="*/ 2984501 w 3124595"/>
              <a:gd name="connsiteY5" fmla="*/ 4669219 h 5969002"/>
              <a:gd name="connsiteX6" fmla="*/ 3124595 w 3124595"/>
              <a:gd name="connsiteY6" fmla="*/ 4662145 h 5969002"/>
              <a:gd name="connsiteX7" fmla="*/ 3124595 w 3124595"/>
              <a:gd name="connsiteY7" fmla="*/ 5965460 h 5969002"/>
              <a:gd name="connsiteX8" fmla="*/ 2984501 w 3124595"/>
              <a:gd name="connsiteY8" fmla="*/ 5969002 h 5969002"/>
              <a:gd name="connsiteX9" fmla="*/ 0 w 3124595"/>
              <a:gd name="connsiteY9" fmla="*/ 2984501 h 5969002"/>
              <a:gd name="connsiteX10" fmla="*/ 2984501 w 3124595"/>
              <a:gd name="connsiteY10" fmla="*/ 0 h 596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24595" h="5969002">
                <a:moveTo>
                  <a:pt x="2984501" y="0"/>
                </a:moveTo>
                <a:lnTo>
                  <a:pt x="3124595" y="3542"/>
                </a:lnTo>
                <a:lnTo>
                  <a:pt x="3124595" y="1306857"/>
                </a:lnTo>
                <a:lnTo>
                  <a:pt x="2984501" y="1299783"/>
                </a:lnTo>
                <a:cubicBezTo>
                  <a:pt x="2054057" y="1299783"/>
                  <a:pt x="1299783" y="2054057"/>
                  <a:pt x="1299783" y="2984501"/>
                </a:cubicBezTo>
                <a:cubicBezTo>
                  <a:pt x="1299783" y="3914945"/>
                  <a:pt x="2054057" y="4669219"/>
                  <a:pt x="2984501" y="4669219"/>
                </a:cubicBezTo>
                <a:lnTo>
                  <a:pt x="3124595" y="4662145"/>
                </a:lnTo>
                <a:lnTo>
                  <a:pt x="3124595" y="5965460"/>
                </a:lnTo>
                <a:lnTo>
                  <a:pt x="2984501" y="5969002"/>
                </a:lnTo>
                <a:cubicBezTo>
                  <a:pt x="1336207" y="5969002"/>
                  <a:pt x="0" y="4632796"/>
                  <a:pt x="0" y="2984501"/>
                </a:cubicBezTo>
                <a:cubicBezTo>
                  <a:pt x="0" y="1336207"/>
                  <a:pt x="1336207" y="0"/>
                  <a:pt x="2984501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9000"/>
                </a:schemeClr>
              </a:gs>
              <a:gs pos="100000">
                <a:srgbClr val="D9D9D9">
                  <a:alpha val="10980"/>
                </a:srgbClr>
              </a:gs>
            </a:gsLst>
            <a:lin ang="5400000" scaled="1"/>
          </a:gradFill>
          <a:ln>
            <a:solidFill>
              <a:schemeClr val="bg1">
                <a:alpha val="40000"/>
              </a:schemeClr>
            </a:solidFill>
          </a:ln>
          <a:effectLst>
            <a:outerShdw blurRad="457200" dist="304800" dir="5400000" algn="t" rotWithShape="0">
              <a:schemeClr val="accent1">
                <a:lumMod val="75000"/>
                <a:alpha val="7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3D77DA6-A62B-4412-B826-7FD1A4B513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39050" y="0"/>
            <a:ext cx="4552950" cy="6858000"/>
          </a:xfrm>
          <a:custGeom>
            <a:avLst/>
            <a:gdLst>
              <a:gd name="connsiteX0" fmla="*/ 1667109 w 4552950"/>
              <a:gd name="connsiteY0" fmla="*/ 0 h 6858000"/>
              <a:gd name="connsiteX1" fmla="*/ 4552950 w 4552950"/>
              <a:gd name="connsiteY1" fmla="*/ 0 h 6858000"/>
              <a:gd name="connsiteX2" fmla="*/ 4552950 w 4552950"/>
              <a:gd name="connsiteY2" fmla="*/ 6858000 h 6858000"/>
              <a:gd name="connsiteX3" fmla="*/ 1683270 w 4552950"/>
              <a:gd name="connsiteY3" fmla="*/ 6858000 h 6858000"/>
              <a:gd name="connsiteX4" fmla="*/ 1582905 w 4552950"/>
              <a:gd name="connsiteY4" fmla="*/ 6779129 h 6858000"/>
              <a:gd name="connsiteX5" fmla="*/ 0 w 4552950"/>
              <a:gd name="connsiteY5" fmla="*/ 3422650 h 6858000"/>
              <a:gd name="connsiteX6" fmla="*/ 1582905 w 4552950"/>
              <a:gd name="connsiteY6" fmla="*/ 66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6858000">
                <a:moveTo>
                  <a:pt x="1667109" y="0"/>
                </a:moveTo>
                <a:lnTo>
                  <a:pt x="4552950" y="0"/>
                </a:lnTo>
                <a:lnTo>
                  <a:pt x="4552950" y="6858000"/>
                </a:lnTo>
                <a:lnTo>
                  <a:pt x="1683270" y="6858000"/>
                </a:lnTo>
                <a:lnTo>
                  <a:pt x="1582905" y="6779129"/>
                </a:lnTo>
                <a:cubicBezTo>
                  <a:pt x="616186" y="5981321"/>
                  <a:pt x="0" y="4773945"/>
                  <a:pt x="0" y="3422650"/>
                </a:cubicBezTo>
                <a:cubicBezTo>
                  <a:pt x="0" y="2071356"/>
                  <a:pt x="616186" y="863979"/>
                  <a:pt x="1582905" y="66171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/>
            </a:lvl1pPr>
          </a:lstStyle>
          <a:p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360AAA-ED3B-9600-91E9-239C4ED2FE08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B1D9805-59EC-4642-0F66-D810A1714057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8081BEE-054E-2391-F8EB-A29EA69A8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A1B0D3-FBF0-6C03-FC62-2235445FDC7F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B6D566-D1B2-882C-BD69-02C1BE55507F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</p:grpSp>
      <p:sp>
        <p:nvSpPr>
          <p:cNvPr id="21" name="Title 8">
            <a:extLst>
              <a:ext uri="{FF2B5EF4-FFF2-40B4-BE49-F238E27FC236}">
                <a16:creationId xmlns:a16="http://schemas.microsoft.com/office/drawing/2014/main" id="{26398B79-7AE7-E707-3549-4CD4F080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51" y="510388"/>
            <a:ext cx="6425142" cy="1325563"/>
          </a:xfrm>
        </p:spPr>
        <p:txBody>
          <a:bodyPr>
            <a:normAutofit/>
          </a:bodyPr>
          <a:lstStyle>
            <a:lvl1pPr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2A24D2C-3174-0214-8457-B8A3F1A615C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5B210-9322-D221-E8FE-F42C3C6C4C3C}"/>
              </a:ext>
            </a:extLst>
          </p:cNvPr>
          <p:cNvSpPr/>
          <p:nvPr userDrawn="1"/>
        </p:nvSpPr>
        <p:spPr>
          <a:xfrm rot="16200000" flipH="1">
            <a:off x="2681521" y="-549687"/>
            <a:ext cx="45719" cy="4891178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0372D1C-C242-402E-35D9-9CADB5294C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8791" y="1955853"/>
            <a:ext cx="6445802" cy="4314074"/>
          </a:xfrm>
        </p:spPr>
        <p:txBody>
          <a:bodyPr>
            <a:normAutofit/>
          </a:bodyPr>
          <a:lstStyle>
            <a:lvl1pPr>
              <a:defRPr sz="2400">
                <a:latin typeface="US Army" panose="020B0506030202020204" pitchFamily="34" charset="0"/>
              </a:defRPr>
            </a:lvl1pPr>
            <a:lvl2pPr>
              <a:defRPr sz="2000">
                <a:latin typeface="US Army" panose="020B0506030202020204" pitchFamily="34" charset="0"/>
              </a:defRPr>
            </a:lvl2pPr>
            <a:lvl3pPr>
              <a:defRPr sz="1600">
                <a:latin typeface="US Army" panose="020B0506030202020204" pitchFamily="34" charset="0"/>
              </a:defRPr>
            </a:lvl3pPr>
            <a:lvl4pPr>
              <a:defRPr sz="1600">
                <a:latin typeface="US Army" panose="020B0506030202020204" pitchFamily="34" charset="0"/>
              </a:defRPr>
            </a:lvl4pPr>
            <a:lvl5pPr>
              <a:defRPr sz="16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213D56D9-9726-7C50-0FE5-A53C149CA3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72D955-EDC6-48AF-E807-0DCAF1F374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370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81137C-0AC2-E430-3B90-52CE1C37A8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EA5BC1-799F-C5D0-B28C-A7DAB8368E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84218" y="-1680117"/>
            <a:ext cx="14075790" cy="8524215"/>
          </a:xfrm>
          <a:prstGeom prst="rect">
            <a:avLst/>
          </a:prstGeom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549FF1-5AB4-9F22-0A75-8DE8672D40C9}"/>
              </a:ext>
            </a:extLst>
          </p:cNvPr>
          <p:cNvSpPr/>
          <p:nvPr userDrawn="1"/>
        </p:nvSpPr>
        <p:spPr>
          <a:xfrm>
            <a:off x="-9450" y="0"/>
            <a:ext cx="288901" cy="6858000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302658" y="6356350"/>
            <a:ext cx="2672369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023" y="1105253"/>
            <a:ext cx="10126004" cy="865037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1"/>
                </a:solidFill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CC60AAD-6550-43B2-36B9-CE62FDBD69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849023" y="2164167"/>
            <a:ext cx="10126004" cy="41366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B63CF4F-2A2A-807F-0AC4-B19AEFA1A6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49023" y="2686551"/>
            <a:ext cx="10126003" cy="3218138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US Army" panose="020B050603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US Army" panose="020B0506030202020204" pitchFamily="34" charset="0"/>
              </a:defRPr>
            </a:lvl2pPr>
            <a:lvl3pPr>
              <a:defRPr sz="1400">
                <a:solidFill>
                  <a:schemeClr val="tx1"/>
                </a:solidFill>
                <a:latin typeface="US Army" panose="020B0506030202020204" pitchFamily="34" charset="0"/>
              </a:defRPr>
            </a:lvl3pPr>
            <a:lvl4pPr>
              <a:defRPr sz="1400">
                <a:solidFill>
                  <a:schemeClr val="tx1"/>
                </a:solidFill>
                <a:latin typeface="US Army" panose="020B0506030202020204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AA6CD50-F1A4-D1AD-CFE3-21098BA2A1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6" y="5982359"/>
            <a:ext cx="553255" cy="718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31471C-BFC7-98BF-94EE-5F6A756E95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413263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And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549FF1-5AB4-9F22-0A75-8DE8672D40C9}"/>
              </a:ext>
            </a:extLst>
          </p:cNvPr>
          <p:cNvSpPr>
            <a:spLocks/>
          </p:cNvSpPr>
          <p:nvPr userDrawn="1"/>
        </p:nvSpPr>
        <p:spPr>
          <a:xfrm>
            <a:off x="-9450" y="0"/>
            <a:ext cx="122014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8607A-7CD5-54FB-093F-674E519073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84218" y="-1680117"/>
            <a:ext cx="14075790" cy="8524215"/>
          </a:xfrm>
          <a:prstGeom prst="rect">
            <a:avLst/>
          </a:prstGeom>
          <a:effectLst/>
        </p:spPr>
      </p:pic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302658" y="6356350"/>
            <a:ext cx="2672369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rgbClr val="D9D9D9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rgbClr val="D9D9D9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61" y="1105253"/>
            <a:ext cx="6918565" cy="865037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D9D9D9"/>
                </a:solidFill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CC60AAD-6550-43B2-36B9-CE62FDBD69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56461" y="2164167"/>
            <a:ext cx="6918565" cy="41366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B63CF4F-2A2A-807F-0AC4-B19AEFA1A6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6462" y="2686551"/>
            <a:ext cx="6918564" cy="3218138"/>
          </a:xfrm>
        </p:spPr>
        <p:txBody>
          <a:bodyPr/>
          <a:lstStyle>
            <a:lvl1pPr>
              <a:defRPr sz="2000">
                <a:solidFill>
                  <a:srgbClr val="D9D9D9"/>
                </a:solidFill>
                <a:latin typeface="US Army" panose="020B0506030202020204" pitchFamily="34" charset="0"/>
              </a:defRPr>
            </a:lvl1pPr>
            <a:lvl2pPr>
              <a:defRPr sz="1800">
                <a:solidFill>
                  <a:srgbClr val="D9D9D9"/>
                </a:solidFill>
                <a:latin typeface="US Army" panose="020B0506030202020204" pitchFamily="34" charset="0"/>
              </a:defRPr>
            </a:lvl2pPr>
            <a:lvl3pPr>
              <a:defRPr sz="1400">
                <a:solidFill>
                  <a:srgbClr val="D9D9D9"/>
                </a:solidFill>
                <a:latin typeface="US Army" panose="020B0506030202020204" pitchFamily="34" charset="0"/>
              </a:defRPr>
            </a:lvl3pPr>
            <a:lvl4pPr>
              <a:defRPr sz="1400">
                <a:solidFill>
                  <a:srgbClr val="D9D9D9"/>
                </a:solidFill>
                <a:latin typeface="US Army" panose="020B0506030202020204" pitchFamily="34" charset="0"/>
              </a:defRPr>
            </a:lvl4pPr>
            <a:lvl5pPr>
              <a:defRPr sz="1400">
                <a:solidFill>
                  <a:srgbClr val="D9D9D9"/>
                </a:solidFill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1AF410-12F3-70CA-F036-A12A4C498513}"/>
              </a:ext>
            </a:extLst>
          </p:cNvPr>
          <p:cNvSpPr/>
          <p:nvPr userDrawn="1"/>
        </p:nvSpPr>
        <p:spPr>
          <a:xfrm>
            <a:off x="419957" y="1533592"/>
            <a:ext cx="4371097" cy="4371097"/>
          </a:xfrm>
          <a:prstGeom prst="rect">
            <a:avLst/>
          </a:prstGeom>
          <a:noFill/>
          <a:ln w="63500">
            <a:solidFill>
              <a:srgbClr val="FFD5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D54E302-019B-6BAC-3334-F9AD40F98DA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44859" y="1105253"/>
            <a:ext cx="4121291" cy="412278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26D25C-D4DF-B760-DC9B-5DED42ADDEB2}"/>
              </a:ext>
            </a:extLst>
          </p:cNvPr>
          <p:cNvSpPr/>
          <p:nvPr userDrawn="1"/>
        </p:nvSpPr>
        <p:spPr>
          <a:xfrm>
            <a:off x="5101313" y="6721475"/>
            <a:ext cx="1979924" cy="245246"/>
          </a:xfrm>
          <a:prstGeom prst="rect">
            <a:avLst/>
          </a:prstGeom>
          <a:solidFill>
            <a:srgbClr val="FFD52F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5E826D-0614-8EFE-868C-AAD5AAB18F30}"/>
              </a:ext>
            </a:extLst>
          </p:cNvPr>
          <p:cNvSpPr/>
          <p:nvPr userDrawn="1"/>
        </p:nvSpPr>
        <p:spPr>
          <a:xfrm>
            <a:off x="11060349" y="294944"/>
            <a:ext cx="682819" cy="701666"/>
          </a:xfrm>
          <a:custGeom>
            <a:avLst/>
            <a:gdLst>
              <a:gd name="connsiteX0" fmla="*/ 1550109 w 1576226"/>
              <a:gd name="connsiteY0" fmla="*/ 1588006 h 1640228"/>
              <a:gd name="connsiteX1" fmla="*/ 1576220 w 1576226"/>
              <a:gd name="connsiteY1" fmla="*/ 1614117 h 1640228"/>
              <a:gd name="connsiteX2" fmla="*/ 1550109 w 1576226"/>
              <a:gd name="connsiteY2" fmla="*/ 1640228 h 1640228"/>
              <a:gd name="connsiteX3" fmla="*/ 1523998 w 1576226"/>
              <a:gd name="connsiteY3" fmla="*/ 1614117 h 1640228"/>
              <a:gd name="connsiteX4" fmla="*/ 1550109 w 1576226"/>
              <a:gd name="connsiteY4" fmla="*/ 1588006 h 1640228"/>
              <a:gd name="connsiteX5" fmla="*/ 1332395 w 1576226"/>
              <a:gd name="connsiteY5" fmla="*/ 1588006 h 1640228"/>
              <a:gd name="connsiteX6" fmla="*/ 1358506 w 1576226"/>
              <a:gd name="connsiteY6" fmla="*/ 1614117 h 1640228"/>
              <a:gd name="connsiteX7" fmla="*/ 1332395 w 1576226"/>
              <a:gd name="connsiteY7" fmla="*/ 1640228 h 1640228"/>
              <a:gd name="connsiteX8" fmla="*/ 1306284 w 1576226"/>
              <a:gd name="connsiteY8" fmla="*/ 1614117 h 1640228"/>
              <a:gd name="connsiteX9" fmla="*/ 1332395 w 1576226"/>
              <a:gd name="connsiteY9" fmla="*/ 1588006 h 1640228"/>
              <a:gd name="connsiteX10" fmla="*/ 1114682 w 1576226"/>
              <a:gd name="connsiteY10" fmla="*/ 1588006 h 1640228"/>
              <a:gd name="connsiteX11" fmla="*/ 1140793 w 1576226"/>
              <a:gd name="connsiteY11" fmla="*/ 1614117 h 1640228"/>
              <a:gd name="connsiteX12" fmla="*/ 1114682 w 1576226"/>
              <a:gd name="connsiteY12" fmla="*/ 1640228 h 1640228"/>
              <a:gd name="connsiteX13" fmla="*/ 1088571 w 1576226"/>
              <a:gd name="connsiteY13" fmla="*/ 1614117 h 1640228"/>
              <a:gd name="connsiteX14" fmla="*/ 1114682 w 1576226"/>
              <a:gd name="connsiteY14" fmla="*/ 1588006 h 1640228"/>
              <a:gd name="connsiteX15" fmla="*/ 896968 w 1576226"/>
              <a:gd name="connsiteY15" fmla="*/ 1588006 h 1640228"/>
              <a:gd name="connsiteX16" fmla="*/ 923079 w 1576226"/>
              <a:gd name="connsiteY16" fmla="*/ 1614117 h 1640228"/>
              <a:gd name="connsiteX17" fmla="*/ 896968 w 1576226"/>
              <a:gd name="connsiteY17" fmla="*/ 1640228 h 1640228"/>
              <a:gd name="connsiteX18" fmla="*/ 870857 w 1576226"/>
              <a:gd name="connsiteY18" fmla="*/ 1614117 h 1640228"/>
              <a:gd name="connsiteX19" fmla="*/ 896968 w 1576226"/>
              <a:gd name="connsiteY19" fmla="*/ 1588006 h 1640228"/>
              <a:gd name="connsiteX20" fmla="*/ 679253 w 1576226"/>
              <a:gd name="connsiteY20" fmla="*/ 1588006 h 1640228"/>
              <a:gd name="connsiteX21" fmla="*/ 705364 w 1576226"/>
              <a:gd name="connsiteY21" fmla="*/ 1614117 h 1640228"/>
              <a:gd name="connsiteX22" fmla="*/ 679253 w 1576226"/>
              <a:gd name="connsiteY22" fmla="*/ 1640228 h 1640228"/>
              <a:gd name="connsiteX23" fmla="*/ 653142 w 1576226"/>
              <a:gd name="connsiteY23" fmla="*/ 1614117 h 1640228"/>
              <a:gd name="connsiteX24" fmla="*/ 679253 w 1576226"/>
              <a:gd name="connsiteY24" fmla="*/ 1588006 h 1640228"/>
              <a:gd name="connsiteX25" fmla="*/ 461539 w 1576226"/>
              <a:gd name="connsiteY25" fmla="*/ 1588006 h 1640228"/>
              <a:gd name="connsiteX26" fmla="*/ 487650 w 1576226"/>
              <a:gd name="connsiteY26" fmla="*/ 1614117 h 1640228"/>
              <a:gd name="connsiteX27" fmla="*/ 461539 w 1576226"/>
              <a:gd name="connsiteY27" fmla="*/ 1640228 h 1640228"/>
              <a:gd name="connsiteX28" fmla="*/ 435428 w 1576226"/>
              <a:gd name="connsiteY28" fmla="*/ 1614117 h 1640228"/>
              <a:gd name="connsiteX29" fmla="*/ 461539 w 1576226"/>
              <a:gd name="connsiteY29" fmla="*/ 1588006 h 1640228"/>
              <a:gd name="connsiteX30" fmla="*/ 243825 w 1576226"/>
              <a:gd name="connsiteY30" fmla="*/ 1588006 h 1640228"/>
              <a:gd name="connsiteX31" fmla="*/ 269936 w 1576226"/>
              <a:gd name="connsiteY31" fmla="*/ 1614117 h 1640228"/>
              <a:gd name="connsiteX32" fmla="*/ 243825 w 1576226"/>
              <a:gd name="connsiteY32" fmla="*/ 1640228 h 1640228"/>
              <a:gd name="connsiteX33" fmla="*/ 217714 w 1576226"/>
              <a:gd name="connsiteY33" fmla="*/ 1614117 h 1640228"/>
              <a:gd name="connsiteX34" fmla="*/ 243825 w 1576226"/>
              <a:gd name="connsiteY34" fmla="*/ 1588006 h 1640228"/>
              <a:gd name="connsiteX35" fmla="*/ 26111 w 1576226"/>
              <a:gd name="connsiteY35" fmla="*/ 1588006 h 1640228"/>
              <a:gd name="connsiteX36" fmla="*/ 52222 w 1576226"/>
              <a:gd name="connsiteY36" fmla="*/ 1614117 h 1640228"/>
              <a:gd name="connsiteX37" fmla="*/ 26111 w 1576226"/>
              <a:gd name="connsiteY37" fmla="*/ 1640228 h 1640228"/>
              <a:gd name="connsiteX38" fmla="*/ 0 w 1576226"/>
              <a:gd name="connsiteY38" fmla="*/ 1614117 h 1640228"/>
              <a:gd name="connsiteX39" fmla="*/ 26111 w 1576226"/>
              <a:gd name="connsiteY39" fmla="*/ 1588006 h 1640228"/>
              <a:gd name="connsiteX40" fmla="*/ 1550110 w 1576226"/>
              <a:gd name="connsiteY40" fmla="*/ 1361148 h 1640228"/>
              <a:gd name="connsiteX41" fmla="*/ 1576221 w 1576226"/>
              <a:gd name="connsiteY41" fmla="*/ 1387259 h 1640228"/>
              <a:gd name="connsiteX42" fmla="*/ 1550110 w 1576226"/>
              <a:gd name="connsiteY42" fmla="*/ 1413370 h 1640228"/>
              <a:gd name="connsiteX43" fmla="*/ 1523999 w 1576226"/>
              <a:gd name="connsiteY43" fmla="*/ 1387259 h 1640228"/>
              <a:gd name="connsiteX44" fmla="*/ 1550110 w 1576226"/>
              <a:gd name="connsiteY44" fmla="*/ 1361148 h 1640228"/>
              <a:gd name="connsiteX45" fmla="*/ 1332396 w 1576226"/>
              <a:gd name="connsiteY45" fmla="*/ 1361148 h 1640228"/>
              <a:gd name="connsiteX46" fmla="*/ 1358507 w 1576226"/>
              <a:gd name="connsiteY46" fmla="*/ 1387259 h 1640228"/>
              <a:gd name="connsiteX47" fmla="*/ 1332396 w 1576226"/>
              <a:gd name="connsiteY47" fmla="*/ 1413370 h 1640228"/>
              <a:gd name="connsiteX48" fmla="*/ 1306285 w 1576226"/>
              <a:gd name="connsiteY48" fmla="*/ 1387259 h 1640228"/>
              <a:gd name="connsiteX49" fmla="*/ 1332396 w 1576226"/>
              <a:gd name="connsiteY49" fmla="*/ 1361148 h 1640228"/>
              <a:gd name="connsiteX50" fmla="*/ 1114683 w 1576226"/>
              <a:gd name="connsiteY50" fmla="*/ 1361148 h 1640228"/>
              <a:gd name="connsiteX51" fmla="*/ 1140794 w 1576226"/>
              <a:gd name="connsiteY51" fmla="*/ 1387259 h 1640228"/>
              <a:gd name="connsiteX52" fmla="*/ 1114683 w 1576226"/>
              <a:gd name="connsiteY52" fmla="*/ 1413370 h 1640228"/>
              <a:gd name="connsiteX53" fmla="*/ 1088572 w 1576226"/>
              <a:gd name="connsiteY53" fmla="*/ 1387259 h 1640228"/>
              <a:gd name="connsiteX54" fmla="*/ 1114683 w 1576226"/>
              <a:gd name="connsiteY54" fmla="*/ 1361148 h 1640228"/>
              <a:gd name="connsiteX55" fmla="*/ 896969 w 1576226"/>
              <a:gd name="connsiteY55" fmla="*/ 1361148 h 1640228"/>
              <a:gd name="connsiteX56" fmla="*/ 923080 w 1576226"/>
              <a:gd name="connsiteY56" fmla="*/ 1387259 h 1640228"/>
              <a:gd name="connsiteX57" fmla="*/ 896969 w 1576226"/>
              <a:gd name="connsiteY57" fmla="*/ 1413370 h 1640228"/>
              <a:gd name="connsiteX58" fmla="*/ 870858 w 1576226"/>
              <a:gd name="connsiteY58" fmla="*/ 1387259 h 1640228"/>
              <a:gd name="connsiteX59" fmla="*/ 896969 w 1576226"/>
              <a:gd name="connsiteY59" fmla="*/ 1361148 h 1640228"/>
              <a:gd name="connsiteX60" fmla="*/ 679254 w 1576226"/>
              <a:gd name="connsiteY60" fmla="*/ 1361148 h 1640228"/>
              <a:gd name="connsiteX61" fmla="*/ 705365 w 1576226"/>
              <a:gd name="connsiteY61" fmla="*/ 1387259 h 1640228"/>
              <a:gd name="connsiteX62" fmla="*/ 679254 w 1576226"/>
              <a:gd name="connsiteY62" fmla="*/ 1413370 h 1640228"/>
              <a:gd name="connsiteX63" fmla="*/ 653143 w 1576226"/>
              <a:gd name="connsiteY63" fmla="*/ 1387259 h 1640228"/>
              <a:gd name="connsiteX64" fmla="*/ 679254 w 1576226"/>
              <a:gd name="connsiteY64" fmla="*/ 1361148 h 1640228"/>
              <a:gd name="connsiteX65" fmla="*/ 461540 w 1576226"/>
              <a:gd name="connsiteY65" fmla="*/ 1361148 h 1640228"/>
              <a:gd name="connsiteX66" fmla="*/ 487651 w 1576226"/>
              <a:gd name="connsiteY66" fmla="*/ 1387259 h 1640228"/>
              <a:gd name="connsiteX67" fmla="*/ 461540 w 1576226"/>
              <a:gd name="connsiteY67" fmla="*/ 1413370 h 1640228"/>
              <a:gd name="connsiteX68" fmla="*/ 435429 w 1576226"/>
              <a:gd name="connsiteY68" fmla="*/ 1387259 h 1640228"/>
              <a:gd name="connsiteX69" fmla="*/ 461540 w 1576226"/>
              <a:gd name="connsiteY69" fmla="*/ 1361148 h 1640228"/>
              <a:gd name="connsiteX70" fmla="*/ 243826 w 1576226"/>
              <a:gd name="connsiteY70" fmla="*/ 1361148 h 1640228"/>
              <a:gd name="connsiteX71" fmla="*/ 269937 w 1576226"/>
              <a:gd name="connsiteY71" fmla="*/ 1387259 h 1640228"/>
              <a:gd name="connsiteX72" fmla="*/ 243826 w 1576226"/>
              <a:gd name="connsiteY72" fmla="*/ 1413370 h 1640228"/>
              <a:gd name="connsiteX73" fmla="*/ 217715 w 1576226"/>
              <a:gd name="connsiteY73" fmla="*/ 1387259 h 1640228"/>
              <a:gd name="connsiteX74" fmla="*/ 243826 w 1576226"/>
              <a:gd name="connsiteY74" fmla="*/ 1361148 h 1640228"/>
              <a:gd name="connsiteX75" fmla="*/ 26112 w 1576226"/>
              <a:gd name="connsiteY75" fmla="*/ 1361148 h 1640228"/>
              <a:gd name="connsiteX76" fmla="*/ 52223 w 1576226"/>
              <a:gd name="connsiteY76" fmla="*/ 1387259 h 1640228"/>
              <a:gd name="connsiteX77" fmla="*/ 26112 w 1576226"/>
              <a:gd name="connsiteY77" fmla="*/ 1413370 h 1640228"/>
              <a:gd name="connsiteX78" fmla="*/ 1 w 1576226"/>
              <a:gd name="connsiteY78" fmla="*/ 1387259 h 1640228"/>
              <a:gd name="connsiteX79" fmla="*/ 26112 w 1576226"/>
              <a:gd name="connsiteY79" fmla="*/ 1361148 h 1640228"/>
              <a:gd name="connsiteX80" fmla="*/ 1550111 w 1576226"/>
              <a:gd name="connsiteY80" fmla="*/ 1134290 h 1640228"/>
              <a:gd name="connsiteX81" fmla="*/ 1576222 w 1576226"/>
              <a:gd name="connsiteY81" fmla="*/ 1160401 h 1640228"/>
              <a:gd name="connsiteX82" fmla="*/ 1550111 w 1576226"/>
              <a:gd name="connsiteY82" fmla="*/ 1186512 h 1640228"/>
              <a:gd name="connsiteX83" fmla="*/ 1524000 w 1576226"/>
              <a:gd name="connsiteY83" fmla="*/ 1160401 h 1640228"/>
              <a:gd name="connsiteX84" fmla="*/ 1550111 w 1576226"/>
              <a:gd name="connsiteY84" fmla="*/ 1134290 h 1640228"/>
              <a:gd name="connsiteX85" fmla="*/ 1332397 w 1576226"/>
              <a:gd name="connsiteY85" fmla="*/ 1134290 h 1640228"/>
              <a:gd name="connsiteX86" fmla="*/ 1358508 w 1576226"/>
              <a:gd name="connsiteY86" fmla="*/ 1160401 h 1640228"/>
              <a:gd name="connsiteX87" fmla="*/ 1332397 w 1576226"/>
              <a:gd name="connsiteY87" fmla="*/ 1186512 h 1640228"/>
              <a:gd name="connsiteX88" fmla="*/ 1306286 w 1576226"/>
              <a:gd name="connsiteY88" fmla="*/ 1160401 h 1640228"/>
              <a:gd name="connsiteX89" fmla="*/ 1332397 w 1576226"/>
              <a:gd name="connsiteY89" fmla="*/ 1134290 h 1640228"/>
              <a:gd name="connsiteX90" fmla="*/ 1114684 w 1576226"/>
              <a:gd name="connsiteY90" fmla="*/ 1134290 h 1640228"/>
              <a:gd name="connsiteX91" fmla="*/ 1140795 w 1576226"/>
              <a:gd name="connsiteY91" fmla="*/ 1160401 h 1640228"/>
              <a:gd name="connsiteX92" fmla="*/ 1114684 w 1576226"/>
              <a:gd name="connsiteY92" fmla="*/ 1186512 h 1640228"/>
              <a:gd name="connsiteX93" fmla="*/ 1088573 w 1576226"/>
              <a:gd name="connsiteY93" fmla="*/ 1160401 h 1640228"/>
              <a:gd name="connsiteX94" fmla="*/ 1114684 w 1576226"/>
              <a:gd name="connsiteY94" fmla="*/ 1134290 h 1640228"/>
              <a:gd name="connsiteX95" fmla="*/ 896970 w 1576226"/>
              <a:gd name="connsiteY95" fmla="*/ 1134290 h 1640228"/>
              <a:gd name="connsiteX96" fmla="*/ 923081 w 1576226"/>
              <a:gd name="connsiteY96" fmla="*/ 1160401 h 1640228"/>
              <a:gd name="connsiteX97" fmla="*/ 896970 w 1576226"/>
              <a:gd name="connsiteY97" fmla="*/ 1186512 h 1640228"/>
              <a:gd name="connsiteX98" fmla="*/ 870859 w 1576226"/>
              <a:gd name="connsiteY98" fmla="*/ 1160401 h 1640228"/>
              <a:gd name="connsiteX99" fmla="*/ 896970 w 1576226"/>
              <a:gd name="connsiteY99" fmla="*/ 1134290 h 1640228"/>
              <a:gd name="connsiteX100" fmla="*/ 679255 w 1576226"/>
              <a:gd name="connsiteY100" fmla="*/ 1134290 h 1640228"/>
              <a:gd name="connsiteX101" fmla="*/ 705366 w 1576226"/>
              <a:gd name="connsiteY101" fmla="*/ 1160401 h 1640228"/>
              <a:gd name="connsiteX102" fmla="*/ 679255 w 1576226"/>
              <a:gd name="connsiteY102" fmla="*/ 1186512 h 1640228"/>
              <a:gd name="connsiteX103" fmla="*/ 653144 w 1576226"/>
              <a:gd name="connsiteY103" fmla="*/ 1160401 h 1640228"/>
              <a:gd name="connsiteX104" fmla="*/ 679255 w 1576226"/>
              <a:gd name="connsiteY104" fmla="*/ 1134290 h 1640228"/>
              <a:gd name="connsiteX105" fmla="*/ 461541 w 1576226"/>
              <a:gd name="connsiteY105" fmla="*/ 1134290 h 1640228"/>
              <a:gd name="connsiteX106" fmla="*/ 487652 w 1576226"/>
              <a:gd name="connsiteY106" fmla="*/ 1160401 h 1640228"/>
              <a:gd name="connsiteX107" fmla="*/ 461541 w 1576226"/>
              <a:gd name="connsiteY107" fmla="*/ 1186512 h 1640228"/>
              <a:gd name="connsiteX108" fmla="*/ 435430 w 1576226"/>
              <a:gd name="connsiteY108" fmla="*/ 1160401 h 1640228"/>
              <a:gd name="connsiteX109" fmla="*/ 461541 w 1576226"/>
              <a:gd name="connsiteY109" fmla="*/ 1134290 h 1640228"/>
              <a:gd name="connsiteX110" fmla="*/ 243827 w 1576226"/>
              <a:gd name="connsiteY110" fmla="*/ 1134290 h 1640228"/>
              <a:gd name="connsiteX111" fmla="*/ 269938 w 1576226"/>
              <a:gd name="connsiteY111" fmla="*/ 1160401 h 1640228"/>
              <a:gd name="connsiteX112" fmla="*/ 243827 w 1576226"/>
              <a:gd name="connsiteY112" fmla="*/ 1186512 h 1640228"/>
              <a:gd name="connsiteX113" fmla="*/ 217716 w 1576226"/>
              <a:gd name="connsiteY113" fmla="*/ 1160401 h 1640228"/>
              <a:gd name="connsiteX114" fmla="*/ 243827 w 1576226"/>
              <a:gd name="connsiteY114" fmla="*/ 1134290 h 1640228"/>
              <a:gd name="connsiteX115" fmla="*/ 26113 w 1576226"/>
              <a:gd name="connsiteY115" fmla="*/ 1134290 h 1640228"/>
              <a:gd name="connsiteX116" fmla="*/ 52224 w 1576226"/>
              <a:gd name="connsiteY116" fmla="*/ 1160401 h 1640228"/>
              <a:gd name="connsiteX117" fmla="*/ 26113 w 1576226"/>
              <a:gd name="connsiteY117" fmla="*/ 1186512 h 1640228"/>
              <a:gd name="connsiteX118" fmla="*/ 2 w 1576226"/>
              <a:gd name="connsiteY118" fmla="*/ 1160401 h 1640228"/>
              <a:gd name="connsiteX119" fmla="*/ 26113 w 1576226"/>
              <a:gd name="connsiteY119" fmla="*/ 1134290 h 1640228"/>
              <a:gd name="connsiteX120" fmla="*/ 1550112 w 1576226"/>
              <a:gd name="connsiteY120" fmla="*/ 907432 h 1640228"/>
              <a:gd name="connsiteX121" fmla="*/ 1576223 w 1576226"/>
              <a:gd name="connsiteY121" fmla="*/ 933543 h 1640228"/>
              <a:gd name="connsiteX122" fmla="*/ 1550112 w 1576226"/>
              <a:gd name="connsiteY122" fmla="*/ 959654 h 1640228"/>
              <a:gd name="connsiteX123" fmla="*/ 1524001 w 1576226"/>
              <a:gd name="connsiteY123" fmla="*/ 933543 h 1640228"/>
              <a:gd name="connsiteX124" fmla="*/ 1550112 w 1576226"/>
              <a:gd name="connsiteY124" fmla="*/ 907432 h 1640228"/>
              <a:gd name="connsiteX125" fmla="*/ 1332398 w 1576226"/>
              <a:gd name="connsiteY125" fmla="*/ 907432 h 1640228"/>
              <a:gd name="connsiteX126" fmla="*/ 1358509 w 1576226"/>
              <a:gd name="connsiteY126" fmla="*/ 933543 h 1640228"/>
              <a:gd name="connsiteX127" fmla="*/ 1332398 w 1576226"/>
              <a:gd name="connsiteY127" fmla="*/ 959654 h 1640228"/>
              <a:gd name="connsiteX128" fmla="*/ 1306287 w 1576226"/>
              <a:gd name="connsiteY128" fmla="*/ 933543 h 1640228"/>
              <a:gd name="connsiteX129" fmla="*/ 1332398 w 1576226"/>
              <a:gd name="connsiteY129" fmla="*/ 907432 h 1640228"/>
              <a:gd name="connsiteX130" fmla="*/ 1114685 w 1576226"/>
              <a:gd name="connsiteY130" fmla="*/ 907432 h 1640228"/>
              <a:gd name="connsiteX131" fmla="*/ 1140796 w 1576226"/>
              <a:gd name="connsiteY131" fmla="*/ 933543 h 1640228"/>
              <a:gd name="connsiteX132" fmla="*/ 1114685 w 1576226"/>
              <a:gd name="connsiteY132" fmla="*/ 959654 h 1640228"/>
              <a:gd name="connsiteX133" fmla="*/ 1088574 w 1576226"/>
              <a:gd name="connsiteY133" fmla="*/ 933543 h 1640228"/>
              <a:gd name="connsiteX134" fmla="*/ 1114685 w 1576226"/>
              <a:gd name="connsiteY134" fmla="*/ 907432 h 1640228"/>
              <a:gd name="connsiteX135" fmla="*/ 896971 w 1576226"/>
              <a:gd name="connsiteY135" fmla="*/ 907432 h 1640228"/>
              <a:gd name="connsiteX136" fmla="*/ 923082 w 1576226"/>
              <a:gd name="connsiteY136" fmla="*/ 933543 h 1640228"/>
              <a:gd name="connsiteX137" fmla="*/ 896971 w 1576226"/>
              <a:gd name="connsiteY137" fmla="*/ 959654 h 1640228"/>
              <a:gd name="connsiteX138" fmla="*/ 870860 w 1576226"/>
              <a:gd name="connsiteY138" fmla="*/ 933543 h 1640228"/>
              <a:gd name="connsiteX139" fmla="*/ 896971 w 1576226"/>
              <a:gd name="connsiteY139" fmla="*/ 907432 h 1640228"/>
              <a:gd name="connsiteX140" fmla="*/ 679256 w 1576226"/>
              <a:gd name="connsiteY140" fmla="*/ 907432 h 1640228"/>
              <a:gd name="connsiteX141" fmla="*/ 705367 w 1576226"/>
              <a:gd name="connsiteY141" fmla="*/ 933543 h 1640228"/>
              <a:gd name="connsiteX142" fmla="*/ 679256 w 1576226"/>
              <a:gd name="connsiteY142" fmla="*/ 959654 h 1640228"/>
              <a:gd name="connsiteX143" fmla="*/ 653145 w 1576226"/>
              <a:gd name="connsiteY143" fmla="*/ 933543 h 1640228"/>
              <a:gd name="connsiteX144" fmla="*/ 679256 w 1576226"/>
              <a:gd name="connsiteY144" fmla="*/ 907432 h 1640228"/>
              <a:gd name="connsiteX145" fmla="*/ 461542 w 1576226"/>
              <a:gd name="connsiteY145" fmla="*/ 907432 h 1640228"/>
              <a:gd name="connsiteX146" fmla="*/ 487653 w 1576226"/>
              <a:gd name="connsiteY146" fmla="*/ 933543 h 1640228"/>
              <a:gd name="connsiteX147" fmla="*/ 461542 w 1576226"/>
              <a:gd name="connsiteY147" fmla="*/ 959654 h 1640228"/>
              <a:gd name="connsiteX148" fmla="*/ 435431 w 1576226"/>
              <a:gd name="connsiteY148" fmla="*/ 933543 h 1640228"/>
              <a:gd name="connsiteX149" fmla="*/ 461542 w 1576226"/>
              <a:gd name="connsiteY149" fmla="*/ 907432 h 1640228"/>
              <a:gd name="connsiteX150" fmla="*/ 243828 w 1576226"/>
              <a:gd name="connsiteY150" fmla="*/ 907432 h 1640228"/>
              <a:gd name="connsiteX151" fmla="*/ 269939 w 1576226"/>
              <a:gd name="connsiteY151" fmla="*/ 933543 h 1640228"/>
              <a:gd name="connsiteX152" fmla="*/ 243828 w 1576226"/>
              <a:gd name="connsiteY152" fmla="*/ 959654 h 1640228"/>
              <a:gd name="connsiteX153" fmla="*/ 217717 w 1576226"/>
              <a:gd name="connsiteY153" fmla="*/ 933543 h 1640228"/>
              <a:gd name="connsiteX154" fmla="*/ 243828 w 1576226"/>
              <a:gd name="connsiteY154" fmla="*/ 907432 h 1640228"/>
              <a:gd name="connsiteX155" fmla="*/ 26114 w 1576226"/>
              <a:gd name="connsiteY155" fmla="*/ 907432 h 1640228"/>
              <a:gd name="connsiteX156" fmla="*/ 52225 w 1576226"/>
              <a:gd name="connsiteY156" fmla="*/ 933543 h 1640228"/>
              <a:gd name="connsiteX157" fmla="*/ 26114 w 1576226"/>
              <a:gd name="connsiteY157" fmla="*/ 959654 h 1640228"/>
              <a:gd name="connsiteX158" fmla="*/ 3 w 1576226"/>
              <a:gd name="connsiteY158" fmla="*/ 933543 h 1640228"/>
              <a:gd name="connsiteX159" fmla="*/ 26114 w 1576226"/>
              <a:gd name="connsiteY159" fmla="*/ 907432 h 1640228"/>
              <a:gd name="connsiteX160" fmla="*/ 1550113 w 1576226"/>
              <a:gd name="connsiteY160" fmla="*/ 680574 h 1640228"/>
              <a:gd name="connsiteX161" fmla="*/ 1576224 w 1576226"/>
              <a:gd name="connsiteY161" fmla="*/ 706685 h 1640228"/>
              <a:gd name="connsiteX162" fmla="*/ 1550113 w 1576226"/>
              <a:gd name="connsiteY162" fmla="*/ 732796 h 1640228"/>
              <a:gd name="connsiteX163" fmla="*/ 1524002 w 1576226"/>
              <a:gd name="connsiteY163" fmla="*/ 706685 h 1640228"/>
              <a:gd name="connsiteX164" fmla="*/ 1550113 w 1576226"/>
              <a:gd name="connsiteY164" fmla="*/ 680574 h 1640228"/>
              <a:gd name="connsiteX165" fmla="*/ 1332399 w 1576226"/>
              <a:gd name="connsiteY165" fmla="*/ 680574 h 1640228"/>
              <a:gd name="connsiteX166" fmla="*/ 1358510 w 1576226"/>
              <a:gd name="connsiteY166" fmla="*/ 706685 h 1640228"/>
              <a:gd name="connsiteX167" fmla="*/ 1332399 w 1576226"/>
              <a:gd name="connsiteY167" fmla="*/ 732796 h 1640228"/>
              <a:gd name="connsiteX168" fmla="*/ 1306288 w 1576226"/>
              <a:gd name="connsiteY168" fmla="*/ 706685 h 1640228"/>
              <a:gd name="connsiteX169" fmla="*/ 1332399 w 1576226"/>
              <a:gd name="connsiteY169" fmla="*/ 680574 h 1640228"/>
              <a:gd name="connsiteX170" fmla="*/ 1114686 w 1576226"/>
              <a:gd name="connsiteY170" fmla="*/ 680574 h 1640228"/>
              <a:gd name="connsiteX171" fmla="*/ 1140797 w 1576226"/>
              <a:gd name="connsiteY171" fmla="*/ 706685 h 1640228"/>
              <a:gd name="connsiteX172" fmla="*/ 1114686 w 1576226"/>
              <a:gd name="connsiteY172" fmla="*/ 732796 h 1640228"/>
              <a:gd name="connsiteX173" fmla="*/ 1088575 w 1576226"/>
              <a:gd name="connsiteY173" fmla="*/ 706685 h 1640228"/>
              <a:gd name="connsiteX174" fmla="*/ 1114686 w 1576226"/>
              <a:gd name="connsiteY174" fmla="*/ 680574 h 1640228"/>
              <a:gd name="connsiteX175" fmla="*/ 896972 w 1576226"/>
              <a:gd name="connsiteY175" fmla="*/ 680574 h 1640228"/>
              <a:gd name="connsiteX176" fmla="*/ 923083 w 1576226"/>
              <a:gd name="connsiteY176" fmla="*/ 706685 h 1640228"/>
              <a:gd name="connsiteX177" fmla="*/ 896972 w 1576226"/>
              <a:gd name="connsiteY177" fmla="*/ 732796 h 1640228"/>
              <a:gd name="connsiteX178" fmla="*/ 870861 w 1576226"/>
              <a:gd name="connsiteY178" fmla="*/ 706685 h 1640228"/>
              <a:gd name="connsiteX179" fmla="*/ 896972 w 1576226"/>
              <a:gd name="connsiteY179" fmla="*/ 680574 h 1640228"/>
              <a:gd name="connsiteX180" fmla="*/ 679257 w 1576226"/>
              <a:gd name="connsiteY180" fmla="*/ 680574 h 1640228"/>
              <a:gd name="connsiteX181" fmla="*/ 705368 w 1576226"/>
              <a:gd name="connsiteY181" fmla="*/ 706685 h 1640228"/>
              <a:gd name="connsiteX182" fmla="*/ 679257 w 1576226"/>
              <a:gd name="connsiteY182" fmla="*/ 732796 h 1640228"/>
              <a:gd name="connsiteX183" fmla="*/ 653146 w 1576226"/>
              <a:gd name="connsiteY183" fmla="*/ 706685 h 1640228"/>
              <a:gd name="connsiteX184" fmla="*/ 679257 w 1576226"/>
              <a:gd name="connsiteY184" fmla="*/ 680574 h 1640228"/>
              <a:gd name="connsiteX185" fmla="*/ 461543 w 1576226"/>
              <a:gd name="connsiteY185" fmla="*/ 680574 h 1640228"/>
              <a:gd name="connsiteX186" fmla="*/ 487654 w 1576226"/>
              <a:gd name="connsiteY186" fmla="*/ 706685 h 1640228"/>
              <a:gd name="connsiteX187" fmla="*/ 461543 w 1576226"/>
              <a:gd name="connsiteY187" fmla="*/ 732796 h 1640228"/>
              <a:gd name="connsiteX188" fmla="*/ 435432 w 1576226"/>
              <a:gd name="connsiteY188" fmla="*/ 706685 h 1640228"/>
              <a:gd name="connsiteX189" fmla="*/ 461543 w 1576226"/>
              <a:gd name="connsiteY189" fmla="*/ 680574 h 1640228"/>
              <a:gd name="connsiteX190" fmla="*/ 243829 w 1576226"/>
              <a:gd name="connsiteY190" fmla="*/ 680574 h 1640228"/>
              <a:gd name="connsiteX191" fmla="*/ 269940 w 1576226"/>
              <a:gd name="connsiteY191" fmla="*/ 706685 h 1640228"/>
              <a:gd name="connsiteX192" fmla="*/ 243829 w 1576226"/>
              <a:gd name="connsiteY192" fmla="*/ 732796 h 1640228"/>
              <a:gd name="connsiteX193" fmla="*/ 217718 w 1576226"/>
              <a:gd name="connsiteY193" fmla="*/ 706685 h 1640228"/>
              <a:gd name="connsiteX194" fmla="*/ 243829 w 1576226"/>
              <a:gd name="connsiteY194" fmla="*/ 680574 h 1640228"/>
              <a:gd name="connsiteX195" fmla="*/ 26115 w 1576226"/>
              <a:gd name="connsiteY195" fmla="*/ 680574 h 1640228"/>
              <a:gd name="connsiteX196" fmla="*/ 52226 w 1576226"/>
              <a:gd name="connsiteY196" fmla="*/ 706685 h 1640228"/>
              <a:gd name="connsiteX197" fmla="*/ 26115 w 1576226"/>
              <a:gd name="connsiteY197" fmla="*/ 732796 h 1640228"/>
              <a:gd name="connsiteX198" fmla="*/ 4 w 1576226"/>
              <a:gd name="connsiteY198" fmla="*/ 706685 h 1640228"/>
              <a:gd name="connsiteX199" fmla="*/ 26115 w 1576226"/>
              <a:gd name="connsiteY199" fmla="*/ 680574 h 1640228"/>
              <a:gd name="connsiteX200" fmla="*/ 26116 w 1576226"/>
              <a:gd name="connsiteY200" fmla="*/ 453717 h 1640228"/>
              <a:gd name="connsiteX201" fmla="*/ 52227 w 1576226"/>
              <a:gd name="connsiteY201" fmla="*/ 479827 h 1640228"/>
              <a:gd name="connsiteX202" fmla="*/ 26116 w 1576226"/>
              <a:gd name="connsiteY202" fmla="*/ 505939 h 1640228"/>
              <a:gd name="connsiteX203" fmla="*/ 5 w 1576226"/>
              <a:gd name="connsiteY203" fmla="*/ 479827 h 1640228"/>
              <a:gd name="connsiteX204" fmla="*/ 26116 w 1576226"/>
              <a:gd name="connsiteY204" fmla="*/ 453717 h 1640228"/>
              <a:gd name="connsiteX205" fmla="*/ 243830 w 1576226"/>
              <a:gd name="connsiteY205" fmla="*/ 453717 h 1640228"/>
              <a:gd name="connsiteX206" fmla="*/ 269941 w 1576226"/>
              <a:gd name="connsiteY206" fmla="*/ 479827 h 1640228"/>
              <a:gd name="connsiteX207" fmla="*/ 243830 w 1576226"/>
              <a:gd name="connsiteY207" fmla="*/ 505939 h 1640228"/>
              <a:gd name="connsiteX208" fmla="*/ 217719 w 1576226"/>
              <a:gd name="connsiteY208" fmla="*/ 479827 h 1640228"/>
              <a:gd name="connsiteX209" fmla="*/ 243830 w 1576226"/>
              <a:gd name="connsiteY209" fmla="*/ 453717 h 1640228"/>
              <a:gd name="connsiteX210" fmla="*/ 461544 w 1576226"/>
              <a:gd name="connsiteY210" fmla="*/ 453717 h 1640228"/>
              <a:gd name="connsiteX211" fmla="*/ 487655 w 1576226"/>
              <a:gd name="connsiteY211" fmla="*/ 479827 h 1640228"/>
              <a:gd name="connsiteX212" fmla="*/ 461544 w 1576226"/>
              <a:gd name="connsiteY212" fmla="*/ 505939 h 1640228"/>
              <a:gd name="connsiteX213" fmla="*/ 435433 w 1576226"/>
              <a:gd name="connsiteY213" fmla="*/ 479827 h 1640228"/>
              <a:gd name="connsiteX214" fmla="*/ 461544 w 1576226"/>
              <a:gd name="connsiteY214" fmla="*/ 453717 h 1640228"/>
              <a:gd name="connsiteX215" fmla="*/ 679258 w 1576226"/>
              <a:gd name="connsiteY215" fmla="*/ 453717 h 1640228"/>
              <a:gd name="connsiteX216" fmla="*/ 705369 w 1576226"/>
              <a:gd name="connsiteY216" fmla="*/ 479827 h 1640228"/>
              <a:gd name="connsiteX217" fmla="*/ 679258 w 1576226"/>
              <a:gd name="connsiteY217" fmla="*/ 505939 h 1640228"/>
              <a:gd name="connsiteX218" fmla="*/ 653147 w 1576226"/>
              <a:gd name="connsiteY218" fmla="*/ 479827 h 1640228"/>
              <a:gd name="connsiteX219" fmla="*/ 679258 w 1576226"/>
              <a:gd name="connsiteY219" fmla="*/ 453717 h 1640228"/>
              <a:gd name="connsiteX220" fmla="*/ 896973 w 1576226"/>
              <a:gd name="connsiteY220" fmla="*/ 453717 h 1640228"/>
              <a:gd name="connsiteX221" fmla="*/ 923084 w 1576226"/>
              <a:gd name="connsiteY221" fmla="*/ 479827 h 1640228"/>
              <a:gd name="connsiteX222" fmla="*/ 896973 w 1576226"/>
              <a:gd name="connsiteY222" fmla="*/ 505939 h 1640228"/>
              <a:gd name="connsiteX223" fmla="*/ 870862 w 1576226"/>
              <a:gd name="connsiteY223" fmla="*/ 479827 h 1640228"/>
              <a:gd name="connsiteX224" fmla="*/ 896973 w 1576226"/>
              <a:gd name="connsiteY224" fmla="*/ 453717 h 1640228"/>
              <a:gd name="connsiteX225" fmla="*/ 1114687 w 1576226"/>
              <a:gd name="connsiteY225" fmla="*/ 453717 h 1640228"/>
              <a:gd name="connsiteX226" fmla="*/ 1140798 w 1576226"/>
              <a:gd name="connsiteY226" fmla="*/ 479827 h 1640228"/>
              <a:gd name="connsiteX227" fmla="*/ 1114687 w 1576226"/>
              <a:gd name="connsiteY227" fmla="*/ 505938 h 1640228"/>
              <a:gd name="connsiteX228" fmla="*/ 1088576 w 1576226"/>
              <a:gd name="connsiteY228" fmla="*/ 479827 h 1640228"/>
              <a:gd name="connsiteX229" fmla="*/ 1114687 w 1576226"/>
              <a:gd name="connsiteY229" fmla="*/ 453717 h 1640228"/>
              <a:gd name="connsiteX230" fmla="*/ 1332400 w 1576226"/>
              <a:gd name="connsiteY230" fmla="*/ 453716 h 1640228"/>
              <a:gd name="connsiteX231" fmla="*/ 1358511 w 1576226"/>
              <a:gd name="connsiteY231" fmla="*/ 479827 h 1640228"/>
              <a:gd name="connsiteX232" fmla="*/ 1332400 w 1576226"/>
              <a:gd name="connsiteY232" fmla="*/ 505938 h 1640228"/>
              <a:gd name="connsiteX233" fmla="*/ 1306289 w 1576226"/>
              <a:gd name="connsiteY233" fmla="*/ 479827 h 1640228"/>
              <a:gd name="connsiteX234" fmla="*/ 1332400 w 1576226"/>
              <a:gd name="connsiteY234" fmla="*/ 453716 h 1640228"/>
              <a:gd name="connsiteX235" fmla="*/ 1550114 w 1576226"/>
              <a:gd name="connsiteY235" fmla="*/ 453716 h 1640228"/>
              <a:gd name="connsiteX236" fmla="*/ 1576225 w 1576226"/>
              <a:gd name="connsiteY236" fmla="*/ 479827 h 1640228"/>
              <a:gd name="connsiteX237" fmla="*/ 1550114 w 1576226"/>
              <a:gd name="connsiteY237" fmla="*/ 505938 h 1640228"/>
              <a:gd name="connsiteX238" fmla="*/ 1524003 w 1576226"/>
              <a:gd name="connsiteY238" fmla="*/ 479827 h 1640228"/>
              <a:gd name="connsiteX239" fmla="*/ 1550114 w 1576226"/>
              <a:gd name="connsiteY239" fmla="*/ 453716 h 1640228"/>
              <a:gd name="connsiteX240" fmla="*/ 1114688 w 1576226"/>
              <a:gd name="connsiteY240" fmla="*/ 226858 h 1640228"/>
              <a:gd name="connsiteX241" fmla="*/ 1140799 w 1576226"/>
              <a:gd name="connsiteY241" fmla="*/ 252969 h 1640228"/>
              <a:gd name="connsiteX242" fmla="*/ 1114688 w 1576226"/>
              <a:gd name="connsiteY242" fmla="*/ 279080 h 1640228"/>
              <a:gd name="connsiteX243" fmla="*/ 1088577 w 1576226"/>
              <a:gd name="connsiteY243" fmla="*/ 252969 h 1640228"/>
              <a:gd name="connsiteX244" fmla="*/ 1114688 w 1576226"/>
              <a:gd name="connsiteY244" fmla="*/ 226858 h 1640228"/>
              <a:gd name="connsiteX245" fmla="*/ 896974 w 1576226"/>
              <a:gd name="connsiteY245" fmla="*/ 226858 h 1640228"/>
              <a:gd name="connsiteX246" fmla="*/ 923085 w 1576226"/>
              <a:gd name="connsiteY246" fmla="*/ 252969 h 1640228"/>
              <a:gd name="connsiteX247" fmla="*/ 896974 w 1576226"/>
              <a:gd name="connsiteY247" fmla="*/ 279080 h 1640228"/>
              <a:gd name="connsiteX248" fmla="*/ 870863 w 1576226"/>
              <a:gd name="connsiteY248" fmla="*/ 252969 h 1640228"/>
              <a:gd name="connsiteX249" fmla="*/ 896974 w 1576226"/>
              <a:gd name="connsiteY249" fmla="*/ 226858 h 1640228"/>
              <a:gd name="connsiteX250" fmla="*/ 679259 w 1576226"/>
              <a:gd name="connsiteY250" fmla="*/ 226858 h 1640228"/>
              <a:gd name="connsiteX251" fmla="*/ 705370 w 1576226"/>
              <a:gd name="connsiteY251" fmla="*/ 252970 h 1640228"/>
              <a:gd name="connsiteX252" fmla="*/ 679259 w 1576226"/>
              <a:gd name="connsiteY252" fmla="*/ 279080 h 1640228"/>
              <a:gd name="connsiteX253" fmla="*/ 653148 w 1576226"/>
              <a:gd name="connsiteY253" fmla="*/ 252970 h 1640228"/>
              <a:gd name="connsiteX254" fmla="*/ 679259 w 1576226"/>
              <a:gd name="connsiteY254" fmla="*/ 226858 h 1640228"/>
              <a:gd name="connsiteX255" fmla="*/ 461545 w 1576226"/>
              <a:gd name="connsiteY255" fmla="*/ 226858 h 1640228"/>
              <a:gd name="connsiteX256" fmla="*/ 487656 w 1576226"/>
              <a:gd name="connsiteY256" fmla="*/ 252970 h 1640228"/>
              <a:gd name="connsiteX257" fmla="*/ 461545 w 1576226"/>
              <a:gd name="connsiteY257" fmla="*/ 279081 h 1640228"/>
              <a:gd name="connsiteX258" fmla="*/ 435434 w 1576226"/>
              <a:gd name="connsiteY258" fmla="*/ 252970 h 1640228"/>
              <a:gd name="connsiteX259" fmla="*/ 461545 w 1576226"/>
              <a:gd name="connsiteY259" fmla="*/ 226858 h 1640228"/>
              <a:gd name="connsiteX260" fmla="*/ 243831 w 1576226"/>
              <a:gd name="connsiteY260" fmla="*/ 226858 h 1640228"/>
              <a:gd name="connsiteX261" fmla="*/ 269942 w 1576226"/>
              <a:gd name="connsiteY261" fmla="*/ 252970 h 1640228"/>
              <a:gd name="connsiteX262" fmla="*/ 243831 w 1576226"/>
              <a:gd name="connsiteY262" fmla="*/ 279081 h 1640228"/>
              <a:gd name="connsiteX263" fmla="*/ 217720 w 1576226"/>
              <a:gd name="connsiteY263" fmla="*/ 252970 h 1640228"/>
              <a:gd name="connsiteX264" fmla="*/ 243831 w 1576226"/>
              <a:gd name="connsiteY264" fmla="*/ 226858 h 1640228"/>
              <a:gd name="connsiteX265" fmla="*/ 26117 w 1576226"/>
              <a:gd name="connsiteY265" fmla="*/ 226858 h 1640228"/>
              <a:gd name="connsiteX266" fmla="*/ 52228 w 1576226"/>
              <a:gd name="connsiteY266" fmla="*/ 252970 h 1640228"/>
              <a:gd name="connsiteX267" fmla="*/ 26117 w 1576226"/>
              <a:gd name="connsiteY267" fmla="*/ 279081 h 1640228"/>
              <a:gd name="connsiteX268" fmla="*/ 6 w 1576226"/>
              <a:gd name="connsiteY268" fmla="*/ 252970 h 1640228"/>
              <a:gd name="connsiteX269" fmla="*/ 26117 w 1576226"/>
              <a:gd name="connsiteY269" fmla="*/ 226858 h 1640228"/>
              <a:gd name="connsiteX270" fmla="*/ 1332401 w 1576226"/>
              <a:gd name="connsiteY270" fmla="*/ 226858 h 1640228"/>
              <a:gd name="connsiteX271" fmla="*/ 1358512 w 1576226"/>
              <a:gd name="connsiteY271" fmla="*/ 252969 h 1640228"/>
              <a:gd name="connsiteX272" fmla="*/ 1332401 w 1576226"/>
              <a:gd name="connsiteY272" fmla="*/ 279080 h 1640228"/>
              <a:gd name="connsiteX273" fmla="*/ 1306290 w 1576226"/>
              <a:gd name="connsiteY273" fmla="*/ 252969 h 1640228"/>
              <a:gd name="connsiteX274" fmla="*/ 1332401 w 1576226"/>
              <a:gd name="connsiteY274" fmla="*/ 226858 h 1640228"/>
              <a:gd name="connsiteX275" fmla="*/ 1550115 w 1576226"/>
              <a:gd name="connsiteY275" fmla="*/ 226858 h 1640228"/>
              <a:gd name="connsiteX276" fmla="*/ 1576226 w 1576226"/>
              <a:gd name="connsiteY276" fmla="*/ 252969 h 1640228"/>
              <a:gd name="connsiteX277" fmla="*/ 1550115 w 1576226"/>
              <a:gd name="connsiteY277" fmla="*/ 279080 h 1640228"/>
              <a:gd name="connsiteX278" fmla="*/ 1524004 w 1576226"/>
              <a:gd name="connsiteY278" fmla="*/ 252969 h 1640228"/>
              <a:gd name="connsiteX279" fmla="*/ 1550115 w 1576226"/>
              <a:gd name="connsiteY279" fmla="*/ 226858 h 1640228"/>
              <a:gd name="connsiteX280" fmla="*/ 26117 w 1576226"/>
              <a:gd name="connsiteY280" fmla="*/ 2 h 1640228"/>
              <a:gd name="connsiteX281" fmla="*/ 52228 w 1576226"/>
              <a:gd name="connsiteY281" fmla="*/ 26113 h 1640228"/>
              <a:gd name="connsiteX282" fmla="*/ 26117 w 1576226"/>
              <a:gd name="connsiteY282" fmla="*/ 52224 h 1640228"/>
              <a:gd name="connsiteX283" fmla="*/ 6 w 1576226"/>
              <a:gd name="connsiteY283" fmla="*/ 26113 h 1640228"/>
              <a:gd name="connsiteX284" fmla="*/ 26117 w 1576226"/>
              <a:gd name="connsiteY284" fmla="*/ 2 h 1640228"/>
              <a:gd name="connsiteX285" fmla="*/ 243831 w 1576226"/>
              <a:gd name="connsiteY285" fmla="*/ 1 h 1640228"/>
              <a:gd name="connsiteX286" fmla="*/ 269942 w 1576226"/>
              <a:gd name="connsiteY286" fmla="*/ 26112 h 1640228"/>
              <a:gd name="connsiteX287" fmla="*/ 243831 w 1576226"/>
              <a:gd name="connsiteY287" fmla="*/ 52224 h 1640228"/>
              <a:gd name="connsiteX288" fmla="*/ 217720 w 1576226"/>
              <a:gd name="connsiteY288" fmla="*/ 26112 h 1640228"/>
              <a:gd name="connsiteX289" fmla="*/ 243831 w 1576226"/>
              <a:gd name="connsiteY289" fmla="*/ 1 h 1640228"/>
              <a:gd name="connsiteX290" fmla="*/ 461545 w 1576226"/>
              <a:gd name="connsiteY290" fmla="*/ 1 h 1640228"/>
              <a:gd name="connsiteX291" fmla="*/ 487656 w 1576226"/>
              <a:gd name="connsiteY291" fmla="*/ 26112 h 1640228"/>
              <a:gd name="connsiteX292" fmla="*/ 461545 w 1576226"/>
              <a:gd name="connsiteY292" fmla="*/ 52224 h 1640228"/>
              <a:gd name="connsiteX293" fmla="*/ 435434 w 1576226"/>
              <a:gd name="connsiteY293" fmla="*/ 26112 h 1640228"/>
              <a:gd name="connsiteX294" fmla="*/ 461545 w 1576226"/>
              <a:gd name="connsiteY294" fmla="*/ 1 h 1640228"/>
              <a:gd name="connsiteX295" fmla="*/ 679259 w 1576226"/>
              <a:gd name="connsiteY295" fmla="*/ 1 h 1640228"/>
              <a:gd name="connsiteX296" fmla="*/ 705370 w 1576226"/>
              <a:gd name="connsiteY296" fmla="*/ 26112 h 1640228"/>
              <a:gd name="connsiteX297" fmla="*/ 679259 w 1576226"/>
              <a:gd name="connsiteY297" fmla="*/ 52223 h 1640228"/>
              <a:gd name="connsiteX298" fmla="*/ 653148 w 1576226"/>
              <a:gd name="connsiteY298" fmla="*/ 26112 h 1640228"/>
              <a:gd name="connsiteX299" fmla="*/ 679259 w 1576226"/>
              <a:gd name="connsiteY299" fmla="*/ 1 h 1640228"/>
              <a:gd name="connsiteX300" fmla="*/ 896974 w 1576226"/>
              <a:gd name="connsiteY300" fmla="*/ 1 h 1640228"/>
              <a:gd name="connsiteX301" fmla="*/ 923085 w 1576226"/>
              <a:gd name="connsiteY301" fmla="*/ 26112 h 1640228"/>
              <a:gd name="connsiteX302" fmla="*/ 896974 w 1576226"/>
              <a:gd name="connsiteY302" fmla="*/ 52223 h 1640228"/>
              <a:gd name="connsiteX303" fmla="*/ 870863 w 1576226"/>
              <a:gd name="connsiteY303" fmla="*/ 26112 h 1640228"/>
              <a:gd name="connsiteX304" fmla="*/ 896974 w 1576226"/>
              <a:gd name="connsiteY304" fmla="*/ 1 h 1640228"/>
              <a:gd name="connsiteX305" fmla="*/ 1114688 w 1576226"/>
              <a:gd name="connsiteY305" fmla="*/ 1 h 1640228"/>
              <a:gd name="connsiteX306" fmla="*/ 1140799 w 1576226"/>
              <a:gd name="connsiteY306" fmla="*/ 26112 h 1640228"/>
              <a:gd name="connsiteX307" fmla="*/ 1114688 w 1576226"/>
              <a:gd name="connsiteY307" fmla="*/ 52223 h 1640228"/>
              <a:gd name="connsiteX308" fmla="*/ 1088577 w 1576226"/>
              <a:gd name="connsiteY308" fmla="*/ 26112 h 1640228"/>
              <a:gd name="connsiteX309" fmla="*/ 1114688 w 1576226"/>
              <a:gd name="connsiteY309" fmla="*/ 1 h 1640228"/>
              <a:gd name="connsiteX310" fmla="*/ 1332401 w 1576226"/>
              <a:gd name="connsiteY310" fmla="*/ 0 h 1640228"/>
              <a:gd name="connsiteX311" fmla="*/ 1358512 w 1576226"/>
              <a:gd name="connsiteY311" fmla="*/ 26111 h 1640228"/>
              <a:gd name="connsiteX312" fmla="*/ 1332401 w 1576226"/>
              <a:gd name="connsiteY312" fmla="*/ 52223 h 1640228"/>
              <a:gd name="connsiteX313" fmla="*/ 1306290 w 1576226"/>
              <a:gd name="connsiteY313" fmla="*/ 26111 h 1640228"/>
              <a:gd name="connsiteX314" fmla="*/ 1332401 w 1576226"/>
              <a:gd name="connsiteY314" fmla="*/ 0 h 1640228"/>
              <a:gd name="connsiteX315" fmla="*/ 1550115 w 1576226"/>
              <a:gd name="connsiteY315" fmla="*/ 0 h 1640228"/>
              <a:gd name="connsiteX316" fmla="*/ 1576226 w 1576226"/>
              <a:gd name="connsiteY316" fmla="*/ 26111 h 1640228"/>
              <a:gd name="connsiteX317" fmla="*/ 1550115 w 1576226"/>
              <a:gd name="connsiteY317" fmla="*/ 52222 h 1640228"/>
              <a:gd name="connsiteX318" fmla="*/ 1524004 w 1576226"/>
              <a:gd name="connsiteY318" fmla="*/ 26111 h 1640228"/>
              <a:gd name="connsiteX319" fmla="*/ 1550115 w 1576226"/>
              <a:gd name="connsiteY319" fmla="*/ 0 h 16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576226" h="1640228">
                <a:moveTo>
                  <a:pt x="1550109" y="1588006"/>
                </a:moveTo>
                <a:cubicBezTo>
                  <a:pt x="1564530" y="1588006"/>
                  <a:pt x="1576220" y="1599696"/>
                  <a:pt x="1576220" y="1614117"/>
                </a:cubicBezTo>
                <a:cubicBezTo>
                  <a:pt x="1576220" y="1628538"/>
                  <a:pt x="1564530" y="1640228"/>
                  <a:pt x="1550109" y="1640228"/>
                </a:cubicBezTo>
                <a:cubicBezTo>
                  <a:pt x="1535688" y="1640228"/>
                  <a:pt x="1523998" y="1628538"/>
                  <a:pt x="1523998" y="1614117"/>
                </a:cubicBezTo>
                <a:cubicBezTo>
                  <a:pt x="1523998" y="1599696"/>
                  <a:pt x="1535688" y="1588006"/>
                  <a:pt x="1550109" y="1588006"/>
                </a:cubicBezTo>
                <a:close/>
                <a:moveTo>
                  <a:pt x="1332395" y="1588006"/>
                </a:moveTo>
                <a:cubicBezTo>
                  <a:pt x="1346816" y="1588006"/>
                  <a:pt x="1358506" y="1599696"/>
                  <a:pt x="1358506" y="1614117"/>
                </a:cubicBezTo>
                <a:cubicBezTo>
                  <a:pt x="1358506" y="1628538"/>
                  <a:pt x="1346816" y="1640228"/>
                  <a:pt x="1332395" y="1640228"/>
                </a:cubicBezTo>
                <a:cubicBezTo>
                  <a:pt x="1317974" y="1640228"/>
                  <a:pt x="1306284" y="1628538"/>
                  <a:pt x="1306284" y="1614117"/>
                </a:cubicBezTo>
                <a:cubicBezTo>
                  <a:pt x="1306284" y="1599696"/>
                  <a:pt x="1317974" y="1588006"/>
                  <a:pt x="1332395" y="1588006"/>
                </a:cubicBezTo>
                <a:close/>
                <a:moveTo>
                  <a:pt x="1114682" y="1588006"/>
                </a:moveTo>
                <a:cubicBezTo>
                  <a:pt x="1129103" y="1588006"/>
                  <a:pt x="1140793" y="1599696"/>
                  <a:pt x="1140793" y="1614117"/>
                </a:cubicBezTo>
                <a:cubicBezTo>
                  <a:pt x="1140793" y="1628538"/>
                  <a:pt x="1129103" y="1640228"/>
                  <a:pt x="1114682" y="1640228"/>
                </a:cubicBezTo>
                <a:cubicBezTo>
                  <a:pt x="1100261" y="1640228"/>
                  <a:pt x="1088571" y="1628538"/>
                  <a:pt x="1088571" y="1614117"/>
                </a:cubicBezTo>
                <a:cubicBezTo>
                  <a:pt x="1088571" y="1599696"/>
                  <a:pt x="1100261" y="1588006"/>
                  <a:pt x="1114682" y="1588006"/>
                </a:cubicBezTo>
                <a:close/>
                <a:moveTo>
                  <a:pt x="896968" y="1588006"/>
                </a:moveTo>
                <a:cubicBezTo>
                  <a:pt x="911389" y="1588006"/>
                  <a:pt x="923079" y="1599696"/>
                  <a:pt x="923079" y="1614117"/>
                </a:cubicBezTo>
                <a:cubicBezTo>
                  <a:pt x="923079" y="1628538"/>
                  <a:pt x="911389" y="1640228"/>
                  <a:pt x="896968" y="1640228"/>
                </a:cubicBezTo>
                <a:cubicBezTo>
                  <a:pt x="882547" y="1640228"/>
                  <a:pt x="870857" y="1628538"/>
                  <a:pt x="870857" y="1614117"/>
                </a:cubicBezTo>
                <a:cubicBezTo>
                  <a:pt x="870857" y="1599696"/>
                  <a:pt x="882547" y="1588006"/>
                  <a:pt x="896968" y="1588006"/>
                </a:cubicBezTo>
                <a:close/>
                <a:moveTo>
                  <a:pt x="679253" y="1588006"/>
                </a:moveTo>
                <a:cubicBezTo>
                  <a:pt x="693674" y="1588006"/>
                  <a:pt x="705364" y="1599696"/>
                  <a:pt x="705364" y="1614117"/>
                </a:cubicBezTo>
                <a:cubicBezTo>
                  <a:pt x="705364" y="1628538"/>
                  <a:pt x="693674" y="1640228"/>
                  <a:pt x="679253" y="1640228"/>
                </a:cubicBezTo>
                <a:cubicBezTo>
                  <a:pt x="664832" y="1640228"/>
                  <a:pt x="653142" y="1628538"/>
                  <a:pt x="653142" y="1614117"/>
                </a:cubicBezTo>
                <a:cubicBezTo>
                  <a:pt x="653142" y="1599696"/>
                  <a:pt x="664832" y="1588006"/>
                  <a:pt x="679253" y="1588006"/>
                </a:cubicBezTo>
                <a:close/>
                <a:moveTo>
                  <a:pt x="461539" y="1588006"/>
                </a:moveTo>
                <a:cubicBezTo>
                  <a:pt x="475960" y="1588006"/>
                  <a:pt x="487650" y="1599696"/>
                  <a:pt x="487650" y="1614117"/>
                </a:cubicBezTo>
                <a:cubicBezTo>
                  <a:pt x="487650" y="1628538"/>
                  <a:pt x="475960" y="1640228"/>
                  <a:pt x="461539" y="1640228"/>
                </a:cubicBezTo>
                <a:cubicBezTo>
                  <a:pt x="447118" y="1640228"/>
                  <a:pt x="435428" y="1628538"/>
                  <a:pt x="435428" y="1614117"/>
                </a:cubicBezTo>
                <a:cubicBezTo>
                  <a:pt x="435428" y="1599696"/>
                  <a:pt x="447118" y="1588006"/>
                  <a:pt x="461539" y="1588006"/>
                </a:cubicBezTo>
                <a:close/>
                <a:moveTo>
                  <a:pt x="243825" y="1588006"/>
                </a:moveTo>
                <a:cubicBezTo>
                  <a:pt x="258246" y="1588006"/>
                  <a:pt x="269936" y="1599696"/>
                  <a:pt x="269936" y="1614117"/>
                </a:cubicBezTo>
                <a:cubicBezTo>
                  <a:pt x="269936" y="1628538"/>
                  <a:pt x="258246" y="1640228"/>
                  <a:pt x="243825" y="1640228"/>
                </a:cubicBezTo>
                <a:cubicBezTo>
                  <a:pt x="229404" y="1640228"/>
                  <a:pt x="217714" y="1628538"/>
                  <a:pt x="217714" y="1614117"/>
                </a:cubicBezTo>
                <a:cubicBezTo>
                  <a:pt x="217714" y="1599696"/>
                  <a:pt x="229404" y="1588006"/>
                  <a:pt x="243825" y="1588006"/>
                </a:cubicBezTo>
                <a:close/>
                <a:moveTo>
                  <a:pt x="26111" y="1588006"/>
                </a:moveTo>
                <a:cubicBezTo>
                  <a:pt x="40532" y="1588006"/>
                  <a:pt x="52222" y="1599696"/>
                  <a:pt x="52222" y="1614117"/>
                </a:cubicBezTo>
                <a:cubicBezTo>
                  <a:pt x="52222" y="1628538"/>
                  <a:pt x="40532" y="1640228"/>
                  <a:pt x="26111" y="1640228"/>
                </a:cubicBezTo>
                <a:cubicBezTo>
                  <a:pt x="11690" y="1640228"/>
                  <a:pt x="0" y="1628538"/>
                  <a:pt x="0" y="1614117"/>
                </a:cubicBezTo>
                <a:cubicBezTo>
                  <a:pt x="0" y="1599696"/>
                  <a:pt x="11690" y="1588006"/>
                  <a:pt x="26111" y="1588006"/>
                </a:cubicBezTo>
                <a:close/>
                <a:moveTo>
                  <a:pt x="1550110" y="1361148"/>
                </a:moveTo>
                <a:cubicBezTo>
                  <a:pt x="1564531" y="1361148"/>
                  <a:pt x="1576221" y="1372838"/>
                  <a:pt x="1576221" y="1387259"/>
                </a:cubicBezTo>
                <a:cubicBezTo>
                  <a:pt x="1576221" y="1401680"/>
                  <a:pt x="1564531" y="1413370"/>
                  <a:pt x="1550110" y="1413370"/>
                </a:cubicBezTo>
                <a:cubicBezTo>
                  <a:pt x="1535689" y="1413370"/>
                  <a:pt x="1523999" y="1401680"/>
                  <a:pt x="1523999" y="1387259"/>
                </a:cubicBezTo>
                <a:cubicBezTo>
                  <a:pt x="1523999" y="1372838"/>
                  <a:pt x="1535689" y="1361148"/>
                  <a:pt x="1550110" y="1361148"/>
                </a:cubicBezTo>
                <a:close/>
                <a:moveTo>
                  <a:pt x="1332396" y="1361148"/>
                </a:moveTo>
                <a:cubicBezTo>
                  <a:pt x="1346817" y="1361148"/>
                  <a:pt x="1358507" y="1372838"/>
                  <a:pt x="1358507" y="1387259"/>
                </a:cubicBezTo>
                <a:cubicBezTo>
                  <a:pt x="1358507" y="1401680"/>
                  <a:pt x="1346817" y="1413370"/>
                  <a:pt x="1332396" y="1413370"/>
                </a:cubicBezTo>
                <a:cubicBezTo>
                  <a:pt x="1317975" y="1413370"/>
                  <a:pt x="1306285" y="1401680"/>
                  <a:pt x="1306285" y="1387259"/>
                </a:cubicBezTo>
                <a:cubicBezTo>
                  <a:pt x="1306285" y="1372838"/>
                  <a:pt x="1317975" y="1361148"/>
                  <a:pt x="1332396" y="1361148"/>
                </a:cubicBezTo>
                <a:close/>
                <a:moveTo>
                  <a:pt x="1114683" y="1361148"/>
                </a:moveTo>
                <a:cubicBezTo>
                  <a:pt x="1129104" y="1361148"/>
                  <a:pt x="1140794" y="1372838"/>
                  <a:pt x="1140794" y="1387259"/>
                </a:cubicBezTo>
                <a:cubicBezTo>
                  <a:pt x="1140794" y="1401680"/>
                  <a:pt x="1129104" y="1413370"/>
                  <a:pt x="1114683" y="1413370"/>
                </a:cubicBezTo>
                <a:cubicBezTo>
                  <a:pt x="1100262" y="1413370"/>
                  <a:pt x="1088572" y="1401680"/>
                  <a:pt x="1088572" y="1387259"/>
                </a:cubicBezTo>
                <a:cubicBezTo>
                  <a:pt x="1088572" y="1372838"/>
                  <a:pt x="1100262" y="1361148"/>
                  <a:pt x="1114683" y="1361148"/>
                </a:cubicBezTo>
                <a:close/>
                <a:moveTo>
                  <a:pt x="896969" y="1361148"/>
                </a:moveTo>
                <a:cubicBezTo>
                  <a:pt x="911390" y="1361148"/>
                  <a:pt x="923080" y="1372838"/>
                  <a:pt x="923080" y="1387259"/>
                </a:cubicBezTo>
                <a:cubicBezTo>
                  <a:pt x="923080" y="1401680"/>
                  <a:pt x="911390" y="1413370"/>
                  <a:pt x="896969" y="1413370"/>
                </a:cubicBezTo>
                <a:cubicBezTo>
                  <a:pt x="882548" y="1413370"/>
                  <a:pt x="870858" y="1401680"/>
                  <a:pt x="870858" y="1387259"/>
                </a:cubicBezTo>
                <a:cubicBezTo>
                  <a:pt x="870858" y="1372838"/>
                  <a:pt x="882548" y="1361148"/>
                  <a:pt x="896969" y="1361148"/>
                </a:cubicBezTo>
                <a:close/>
                <a:moveTo>
                  <a:pt x="679254" y="1361148"/>
                </a:moveTo>
                <a:cubicBezTo>
                  <a:pt x="693675" y="1361148"/>
                  <a:pt x="705365" y="1372838"/>
                  <a:pt x="705365" y="1387259"/>
                </a:cubicBezTo>
                <a:cubicBezTo>
                  <a:pt x="705365" y="1401680"/>
                  <a:pt x="693675" y="1413370"/>
                  <a:pt x="679254" y="1413370"/>
                </a:cubicBezTo>
                <a:cubicBezTo>
                  <a:pt x="664833" y="1413370"/>
                  <a:pt x="653143" y="1401680"/>
                  <a:pt x="653143" y="1387259"/>
                </a:cubicBezTo>
                <a:cubicBezTo>
                  <a:pt x="653143" y="1372838"/>
                  <a:pt x="664833" y="1361148"/>
                  <a:pt x="679254" y="1361148"/>
                </a:cubicBezTo>
                <a:close/>
                <a:moveTo>
                  <a:pt x="461540" y="1361148"/>
                </a:moveTo>
                <a:cubicBezTo>
                  <a:pt x="475961" y="1361148"/>
                  <a:pt x="487651" y="1372838"/>
                  <a:pt x="487651" y="1387259"/>
                </a:cubicBezTo>
                <a:cubicBezTo>
                  <a:pt x="487651" y="1401680"/>
                  <a:pt x="475961" y="1413370"/>
                  <a:pt x="461540" y="1413370"/>
                </a:cubicBezTo>
                <a:cubicBezTo>
                  <a:pt x="447119" y="1413370"/>
                  <a:pt x="435429" y="1401680"/>
                  <a:pt x="435429" y="1387259"/>
                </a:cubicBezTo>
                <a:cubicBezTo>
                  <a:pt x="435429" y="1372838"/>
                  <a:pt x="447119" y="1361148"/>
                  <a:pt x="461540" y="1361148"/>
                </a:cubicBezTo>
                <a:close/>
                <a:moveTo>
                  <a:pt x="243826" y="1361148"/>
                </a:moveTo>
                <a:cubicBezTo>
                  <a:pt x="258247" y="1361148"/>
                  <a:pt x="269937" y="1372838"/>
                  <a:pt x="269937" y="1387259"/>
                </a:cubicBezTo>
                <a:cubicBezTo>
                  <a:pt x="269937" y="1401680"/>
                  <a:pt x="258247" y="1413370"/>
                  <a:pt x="243826" y="1413370"/>
                </a:cubicBezTo>
                <a:cubicBezTo>
                  <a:pt x="229405" y="1413370"/>
                  <a:pt x="217715" y="1401680"/>
                  <a:pt x="217715" y="1387259"/>
                </a:cubicBezTo>
                <a:cubicBezTo>
                  <a:pt x="217715" y="1372838"/>
                  <a:pt x="229405" y="1361148"/>
                  <a:pt x="243826" y="1361148"/>
                </a:cubicBezTo>
                <a:close/>
                <a:moveTo>
                  <a:pt x="26112" y="1361148"/>
                </a:moveTo>
                <a:cubicBezTo>
                  <a:pt x="40533" y="1361148"/>
                  <a:pt x="52223" y="1372838"/>
                  <a:pt x="52223" y="1387259"/>
                </a:cubicBezTo>
                <a:cubicBezTo>
                  <a:pt x="52223" y="1401680"/>
                  <a:pt x="40533" y="1413370"/>
                  <a:pt x="26112" y="1413370"/>
                </a:cubicBezTo>
                <a:cubicBezTo>
                  <a:pt x="11691" y="1413370"/>
                  <a:pt x="1" y="1401680"/>
                  <a:pt x="1" y="1387259"/>
                </a:cubicBezTo>
                <a:cubicBezTo>
                  <a:pt x="1" y="1372838"/>
                  <a:pt x="11691" y="1361148"/>
                  <a:pt x="26112" y="1361148"/>
                </a:cubicBezTo>
                <a:close/>
                <a:moveTo>
                  <a:pt x="1550111" y="1134290"/>
                </a:moveTo>
                <a:cubicBezTo>
                  <a:pt x="1564532" y="1134290"/>
                  <a:pt x="1576222" y="1145980"/>
                  <a:pt x="1576222" y="1160401"/>
                </a:cubicBezTo>
                <a:cubicBezTo>
                  <a:pt x="1576222" y="1174822"/>
                  <a:pt x="1564532" y="1186512"/>
                  <a:pt x="1550111" y="1186512"/>
                </a:cubicBezTo>
                <a:cubicBezTo>
                  <a:pt x="1535690" y="1186512"/>
                  <a:pt x="1524000" y="1174822"/>
                  <a:pt x="1524000" y="1160401"/>
                </a:cubicBezTo>
                <a:cubicBezTo>
                  <a:pt x="1524000" y="1145980"/>
                  <a:pt x="1535690" y="1134290"/>
                  <a:pt x="1550111" y="1134290"/>
                </a:cubicBezTo>
                <a:close/>
                <a:moveTo>
                  <a:pt x="1332397" y="1134290"/>
                </a:moveTo>
                <a:cubicBezTo>
                  <a:pt x="1346818" y="1134290"/>
                  <a:pt x="1358508" y="1145980"/>
                  <a:pt x="1358508" y="1160401"/>
                </a:cubicBezTo>
                <a:cubicBezTo>
                  <a:pt x="1358508" y="1174822"/>
                  <a:pt x="1346818" y="1186512"/>
                  <a:pt x="1332397" y="1186512"/>
                </a:cubicBezTo>
                <a:cubicBezTo>
                  <a:pt x="1317976" y="1186512"/>
                  <a:pt x="1306286" y="1174822"/>
                  <a:pt x="1306286" y="1160401"/>
                </a:cubicBezTo>
                <a:cubicBezTo>
                  <a:pt x="1306286" y="1145980"/>
                  <a:pt x="1317976" y="1134290"/>
                  <a:pt x="1332397" y="1134290"/>
                </a:cubicBezTo>
                <a:close/>
                <a:moveTo>
                  <a:pt x="1114684" y="1134290"/>
                </a:moveTo>
                <a:cubicBezTo>
                  <a:pt x="1129105" y="1134290"/>
                  <a:pt x="1140795" y="1145980"/>
                  <a:pt x="1140795" y="1160401"/>
                </a:cubicBezTo>
                <a:cubicBezTo>
                  <a:pt x="1140795" y="1174822"/>
                  <a:pt x="1129105" y="1186512"/>
                  <a:pt x="1114684" y="1186512"/>
                </a:cubicBezTo>
                <a:cubicBezTo>
                  <a:pt x="1100263" y="1186512"/>
                  <a:pt x="1088573" y="1174822"/>
                  <a:pt x="1088573" y="1160401"/>
                </a:cubicBezTo>
                <a:cubicBezTo>
                  <a:pt x="1088573" y="1145980"/>
                  <a:pt x="1100263" y="1134290"/>
                  <a:pt x="1114684" y="1134290"/>
                </a:cubicBezTo>
                <a:close/>
                <a:moveTo>
                  <a:pt x="896970" y="1134290"/>
                </a:moveTo>
                <a:cubicBezTo>
                  <a:pt x="911391" y="1134290"/>
                  <a:pt x="923081" y="1145980"/>
                  <a:pt x="923081" y="1160401"/>
                </a:cubicBezTo>
                <a:cubicBezTo>
                  <a:pt x="923081" y="1174822"/>
                  <a:pt x="911391" y="1186512"/>
                  <a:pt x="896970" y="1186512"/>
                </a:cubicBezTo>
                <a:cubicBezTo>
                  <a:pt x="882549" y="1186512"/>
                  <a:pt x="870859" y="1174822"/>
                  <a:pt x="870859" y="1160401"/>
                </a:cubicBezTo>
                <a:cubicBezTo>
                  <a:pt x="870859" y="1145980"/>
                  <a:pt x="882549" y="1134290"/>
                  <a:pt x="896970" y="1134290"/>
                </a:cubicBezTo>
                <a:close/>
                <a:moveTo>
                  <a:pt x="679255" y="1134290"/>
                </a:moveTo>
                <a:cubicBezTo>
                  <a:pt x="693676" y="1134290"/>
                  <a:pt x="705366" y="1145980"/>
                  <a:pt x="705366" y="1160401"/>
                </a:cubicBezTo>
                <a:cubicBezTo>
                  <a:pt x="705366" y="1174822"/>
                  <a:pt x="693676" y="1186512"/>
                  <a:pt x="679255" y="1186512"/>
                </a:cubicBezTo>
                <a:cubicBezTo>
                  <a:pt x="664834" y="1186512"/>
                  <a:pt x="653144" y="1174822"/>
                  <a:pt x="653144" y="1160401"/>
                </a:cubicBezTo>
                <a:cubicBezTo>
                  <a:pt x="653144" y="1145980"/>
                  <a:pt x="664834" y="1134290"/>
                  <a:pt x="679255" y="1134290"/>
                </a:cubicBezTo>
                <a:close/>
                <a:moveTo>
                  <a:pt x="461541" y="1134290"/>
                </a:moveTo>
                <a:cubicBezTo>
                  <a:pt x="475962" y="1134290"/>
                  <a:pt x="487652" y="1145980"/>
                  <a:pt x="487652" y="1160401"/>
                </a:cubicBezTo>
                <a:cubicBezTo>
                  <a:pt x="487652" y="1174822"/>
                  <a:pt x="475962" y="1186512"/>
                  <a:pt x="461541" y="1186512"/>
                </a:cubicBezTo>
                <a:cubicBezTo>
                  <a:pt x="447120" y="1186512"/>
                  <a:pt x="435430" y="1174822"/>
                  <a:pt x="435430" y="1160401"/>
                </a:cubicBezTo>
                <a:cubicBezTo>
                  <a:pt x="435430" y="1145980"/>
                  <a:pt x="447120" y="1134290"/>
                  <a:pt x="461541" y="1134290"/>
                </a:cubicBezTo>
                <a:close/>
                <a:moveTo>
                  <a:pt x="243827" y="1134290"/>
                </a:moveTo>
                <a:cubicBezTo>
                  <a:pt x="258248" y="1134290"/>
                  <a:pt x="269938" y="1145980"/>
                  <a:pt x="269938" y="1160401"/>
                </a:cubicBezTo>
                <a:cubicBezTo>
                  <a:pt x="269938" y="1174822"/>
                  <a:pt x="258248" y="1186512"/>
                  <a:pt x="243827" y="1186512"/>
                </a:cubicBezTo>
                <a:cubicBezTo>
                  <a:pt x="229406" y="1186512"/>
                  <a:pt x="217716" y="1174822"/>
                  <a:pt x="217716" y="1160401"/>
                </a:cubicBezTo>
                <a:cubicBezTo>
                  <a:pt x="217716" y="1145980"/>
                  <a:pt x="229406" y="1134290"/>
                  <a:pt x="243827" y="1134290"/>
                </a:cubicBezTo>
                <a:close/>
                <a:moveTo>
                  <a:pt x="26113" y="1134290"/>
                </a:moveTo>
                <a:cubicBezTo>
                  <a:pt x="40534" y="1134290"/>
                  <a:pt x="52224" y="1145980"/>
                  <a:pt x="52224" y="1160401"/>
                </a:cubicBezTo>
                <a:cubicBezTo>
                  <a:pt x="52224" y="1174822"/>
                  <a:pt x="40534" y="1186512"/>
                  <a:pt x="26113" y="1186512"/>
                </a:cubicBezTo>
                <a:cubicBezTo>
                  <a:pt x="11692" y="1186512"/>
                  <a:pt x="2" y="1174822"/>
                  <a:pt x="2" y="1160401"/>
                </a:cubicBezTo>
                <a:cubicBezTo>
                  <a:pt x="2" y="1145980"/>
                  <a:pt x="11692" y="1134290"/>
                  <a:pt x="26113" y="1134290"/>
                </a:cubicBezTo>
                <a:close/>
                <a:moveTo>
                  <a:pt x="1550112" y="907432"/>
                </a:moveTo>
                <a:cubicBezTo>
                  <a:pt x="1564533" y="907432"/>
                  <a:pt x="1576223" y="919122"/>
                  <a:pt x="1576223" y="933543"/>
                </a:cubicBezTo>
                <a:cubicBezTo>
                  <a:pt x="1576223" y="947964"/>
                  <a:pt x="1564533" y="959654"/>
                  <a:pt x="1550112" y="959654"/>
                </a:cubicBezTo>
                <a:cubicBezTo>
                  <a:pt x="1535691" y="959654"/>
                  <a:pt x="1524001" y="947964"/>
                  <a:pt x="1524001" y="933543"/>
                </a:cubicBezTo>
                <a:cubicBezTo>
                  <a:pt x="1524001" y="919122"/>
                  <a:pt x="1535691" y="907432"/>
                  <a:pt x="1550112" y="907432"/>
                </a:cubicBezTo>
                <a:close/>
                <a:moveTo>
                  <a:pt x="1332398" y="907432"/>
                </a:moveTo>
                <a:cubicBezTo>
                  <a:pt x="1346819" y="907432"/>
                  <a:pt x="1358509" y="919122"/>
                  <a:pt x="1358509" y="933543"/>
                </a:cubicBezTo>
                <a:cubicBezTo>
                  <a:pt x="1358509" y="947964"/>
                  <a:pt x="1346819" y="959654"/>
                  <a:pt x="1332398" y="959654"/>
                </a:cubicBezTo>
                <a:cubicBezTo>
                  <a:pt x="1317977" y="959654"/>
                  <a:pt x="1306287" y="947964"/>
                  <a:pt x="1306287" y="933543"/>
                </a:cubicBezTo>
                <a:cubicBezTo>
                  <a:pt x="1306287" y="919122"/>
                  <a:pt x="1317977" y="907432"/>
                  <a:pt x="1332398" y="907432"/>
                </a:cubicBezTo>
                <a:close/>
                <a:moveTo>
                  <a:pt x="1114685" y="907432"/>
                </a:moveTo>
                <a:cubicBezTo>
                  <a:pt x="1129106" y="907432"/>
                  <a:pt x="1140796" y="919122"/>
                  <a:pt x="1140796" y="933543"/>
                </a:cubicBezTo>
                <a:cubicBezTo>
                  <a:pt x="1140796" y="947964"/>
                  <a:pt x="1129106" y="959654"/>
                  <a:pt x="1114685" y="959654"/>
                </a:cubicBezTo>
                <a:cubicBezTo>
                  <a:pt x="1100264" y="959654"/>
                  <a:pt x="1088574" y="947964"/>
                  <a:pt x="1088574" y="933543"/>
                </a:cubicBezTo>
                <a:cubicBezTo>
                  <a:pt x="1088574" y="919122"/>
                  <a:pt x="1100264" y="907432"/>
                  <a:pt x="1114685" y="907432"/>
                </a:cubicBezTo>
                <a:close/>
                <a:moveTo>
                  <a:pt x="896971" y="907432"/>
                </a:moveTo>
                <a:cubicBezTo>
                  <a:pt x="911392" y="907432"/>
                  <a:pt x="923082" y="919122"/>
                  <a:pt x="923082" y="933543"/>
                </a:cubicBezTo>
                <a:cubicBezTo>
                  <a:pt x="923082" y="947964"/>
                  <a:pt x="911392" y="959654"/>
                  <a:pt x="896971" y="959654"/>
                </a:cubicBezTo>
                <a:cubicBezTo>
                  <a:pt x="882550" y="959654"/>
                  <a:pt x="870860" y="947964"/>
                  <a:pt x="870860" y="933543"/>
                </a:cubicBezTo>
                <a:cubicBezTo>
                  <a:pt x="870860" y="919122"/>
                  <a:pt x="882550" y="907432"/>
                  <a:pt x="896971" y="907432"/>
                </a:cubicBezTo>
                <a:close/>
                <a:moveTo>
                  <a:pt x="679256" y="907432"/>
                </a:moveTo>
                <a:cubicBezTo>
                  <a:pt x="693677" y="907432"/>
                  <a:pt x="705367" y="919122"/>
                  <a:pt x="705367" y="933543"/>
                </a:cubicBezTo>
                <a:cubicBezTo>
                  <a:pt x="705367" y="947964"/>
                  <a:pt x="693677" y="959654"/>
                  <a:pt x="679256" y="959654"/>
                </a:cubicBezTo>
                <a:cubicBezTo>
                  <a:pt x="664835" y="959654"/>
                  <a:pt x="653145" y="947964"/>
                  <a:pt x="653145" y="933543"/>
                </a:cubicBezTo>
                <a:cubicBezTo>
                  <a:pt x="653145" y="919122"/>
                  <a:pt x="664835" y="907432"/>
                  <a:pt x="679256" y="907432"/>
                </a:cubicBezTo>
                <a:close/>
                <a:moveTo>
                  <a:pt x="461542" y="907432"/>
                </a:moveTo>
                <a:cubicBezTo>
                  <a:pt x="475963" y="907432"/>
                  <a:pt x="487653" y="919122"/>
                  <a:pt x="487653" y="933543"/>
                </a:cubicBezTo>
                <a:cubicBezTo>
                  <a:pt x="487653" y="947964"/>
                  <a:pt x="475963" y="959654"/>
                  <a:pt x="461542" y="959654"/>
                </a:cubicBezTo>
                <a:cubicBezTo>
                  <a:pt x="447121" y="959654"/>
                  <a:pt x="435431" y="947964"/>
                  <a:pt x="435431" y="933543"/>
                </a:cubicBezTo>
                <a:cubicBezTo>
                  <a:pt x="435431" y="919122"/>
                  <a:pt x="447121" y="907432"/>
                  <a:pt x="461542" y="907432"/>
                </a:cubicBezTo>
                <a:close/>
                <a:moveTo>
                  <a:pt x="243828" y="907432"/>
                </a:moveTo>
                <a:cubicBezTo>
                  <a:pt x="258249" y="907432"/>
                  <a:pt x="269939" y="919122"/>
                  <a:pt x="269939" y="933543"/>
                </a:cubicBezTo>
                <a:cubicBezTo>
                  <a:pt x="269939" y="947964"/>
                  <a:pt x="258249" y="959654"/>
                  <a:pt x="243828" y="959654"/>
                </a:cubicBezTo>
                <a:cubicBezTo>
                  <a:pt x="229407" y="959654"/>
                  <a:pt x="217717" y="947964"/>
                  <a:pt x="217717" y="933543"/>
                </a:cubicBezTo>
                <a:cubicBezTo>
                  <a:pt x="217717" y="919122"/>
                  <a:pt x="229407" y="907432"/>
                  <a:pt x="243828" y="907432"/>
                </a:cubicBezTo>
                <a:close/>
                <a:moveTo>
                  <a:pt x="26114" y="907432"/>
                </a:moveTo>
                <a:cubicBezTo>
                  <a:pt x="40535" y="907432"/>
                  <a:pt x="52225" y="919122"/>
                  <a:pt x="52225" y="933543"/>
                </a:cubicBezTo>
                <a:cubicBezTo>
                  <a:pt x="52225" y="947964"/>
                  <a:pt x="40535" y="959654"/>
                  <a:pt x="26114" y="959654"/>
                </a:cubicBezTo>
                <a:cubicBezTo>
                  <a:pt x="11693" y="959654"/>
                  <a:pt x="3" y="947964"/>
                  <a:pt x="3" y="933543"/>
                </a:cubicBezTo>
                <a:cubicBezTo>
                  <a:pt x="3" y="919122"/>
                  <a:pt x="11693" y="907432"/>
                  <a:pt x="26114" y="907432"/>
                </a:cubicBezTo>
                <a:close/>
                <a:moveTo>
                  <a:pt x="1550113" y="680574"/>
                </a:moveTo>
                <a:cubicBezTo>
                  <a:pt x="1564534" y="680574"/>
                  <a:pt x="1576224" y="692264"/>
                  <a:pt x="1576224" y="706685"/>
                </a:cubicBezTo>
                <a:cubicBezTo>
                  <a:pt x="1576224" y="721106"/>
                  <a:pt x="1564534" y="732796"/>
                  <a:pt x="1550113" y="732796"/>
                </a:cubicBezTo>
                <a:cubicBezTo>
                  <a:pt x="1535692" y="732796"/>
                  <a:pt x="1524002" y="721106"/>
                  <a:pt x="1524002" y="706685"/>
                </a:cubicBezTo>
                <a:cubicBezTo>
                  <a:pt x="1524002" y="692264"/>
                  <a:pt x="1535692" y="680574"/>
                  <a:pt x="1550113" y="680574"/>
                </a:cubicBezTo>
                <a:close/>
                <a:moveTo>
                  <a:pt x="1332399" y="680574"/>
                </a:moveTo>
                <a:cubicBezTo>
                  <a:pt x="1346820" y="680574"/>
                  <a:pt x="1358510" y="692264"/>
                  <a:pt x="1358510" y="706685"/>
                </a:cubicBezTo>
                <a:cubicBezTo>
                  <a:pt x="1358510" y="721106"/>
                  <a:pt x="1346820" y="732796"/>
                  <a:pt x="1332399" y="732796"/>
                </a:cubicBezTo>
                <a:cubicBezTo>
                  <a:pt x="1317978" y="732796"/>
                  <a:pt x="1306288" y="721106"/>
                  <a:pt x="1306288" y="706685"/>
                </a:cubicBezTo>
                <a:cubicBezTo>
                  <a:pt x="1306288" y="692264"/>
                  <a:pt x="1317978" y="680574"/>
                  <a:pt x="1332399" y="680574"/>
                </a:cubicBezTo>
                <a:close/>
                <a:moveTo>
                  <a:pt x="1114686" y="680574"/>
                </a:moveTo>
                <a:cubicBezTo>
                  <a:pt x="1129107" y="680574"/>
                  <a:pt x="1140797" y="692264"/>
                  <a:pt x="1140797" y="706685"/>
                </a:cubicBezTo>
                <a:cubicBezTo>
                  <a:pt x="1140797" y="721106"/>
                  <a:pt x="1129107" y="732796"/>
                  <a:pt x="1114686" y="732796"/>
                </a:cubicBezTo>
                <a:cubicBezTo>
                  <a:pt x="1100265" y="732796"/>
                  <a:pt x="1088575" y="721106"/>
                  <a:pt x="1088575" y="706685"/>
                </a:cubicBezTo>
                <a:cubicBezTo>
                  <a:pt x="1088575" y="692264"/>
                  <a:pt x="1100265" y="680574"/>
                  <a:pt x="1114686" y="680574"/>
                </a:cubicBezTo>
                <a:close/>
                <a:moveTo>
                  <a:pt x="896972" y="680574"/>
                </a:moveTo>
                <a:cubicBezTo>
                  <a:pt x="911393" y="680574"/>
                  <a:pt x="923083" y="692264"/>
                  <a:pt x="923083" y="706685"/>
                </a:cubicBezTo>
                <a:cubicBezTo>
                  <a:pt x="923083" y="721106"/>
                  <a:pt x="911393" y="732796"/>
                  <a:pt x="896972" y="732796"/>
                </a:cubicBezTo>
                <a:cubicBezTo>
                  <a:pt x="882551" y="732796"/>
                  <a:pt x="870861" y="721106"/>
                  <a:pt x="870861" y="706685"/>
                </a:cubicBezTo>
                <a:cubicBezTo>
                  <a:pt x="870861" y="692264"/>
                  <a:pt x="882551" y="680574"/>
                  <a:pt x="896972" y="680574"/>
                </a:cubicBezTo>
                <a:close/>
                <a:moveTo>
                  <a:pt x="679257" y="680574"/>
                </a:moveTo>
                <a:cubicBezTo>
                  <a:pt x="693678" y="680574"/>
                  <a:pt x="705368" y="692264"/>
                  <a:pt x="705368" y="706685"/>
                </a:cubicBezTo>
                <a:cubicBezTo>
                  <a:pt x="705368" y="721106"/>
                  <a:pt x="693678" y="732796"/>
                  <a:pt x="679257" y="732796"/>
                </a:cubicBezTo>
                <a:cubicBezTo>
                  <a:pt x="664836" y="732796"/>
                  <a:pt x="653146" y="721106"/>
                  <a:pt x="653146" y="706685"/>
                </a:cubicBezTo>
                <a:cubicBezTo>
                  <a:pt x="653146" y="692264"/>
                  <a:pt x="664836" y="680574"/>
                  <a:pt x="679257" y="680574"/>
                </a:cubicBezTo>
                <a:close/>
                <a:moveTo>
                  <a:pt x="461543" y="680574"/>
                </a:moveTo>
                <a:cubicBezTo>
                  <a:pt x="475964" y="680574"/>
                  <a:pt x="487654" y="692264"/>
                  <a:pt x="487654" y="706685"/>
                </a:cubicBezTo>
                <a:cubicBezTo>
                  <a:pt x="487654" y="721106"/>
                  <a:pt x="475964" y="732796"/>
                  <a:pt x="461543" y="732796"/>
                </a:cubicBezTo>
                <a:cubicBezTo>
                  <a:pt x="447122" y="732796"/>
                  <a:pt x="435432" y="721106"/>
                  <a:pt x="435432" y="706685"/>
                </a:cubicBezTo>
                <a:cubicBezTo>
                  <a:pt x="435432" y="692264"/>
                  <a:pt x="447122" y="680574"/>
                  <a:pt x="461543" y="680574"/>
                </a:cubicBezTo>
                <a:close/>
                <a:moveTo>
                  <a:pt x="243829" y="680574"/>
                </a:moveTo>
                <a:cubicBezTo>
                  <a:pt x="258250" y="680574"/>
                  <a:pt x="269940" y="692264"/>
                  <a:pt x="269940" y="706685"/>
                </a:cubicBezTo>
                <a:cubicBezTo>
                  <a:pt x="269940" y="721106"/>
                  <a:pt x="258250" y="732796"/>
                  <a:pt x="243829" y="732796"/>
                </a:cubicBezTo>
                <a:cubicBezTo>
                  <a:pt x="229408" y="732796"/>
                  <a:pt x="217718" y="721106"/>
                  <a:pt x="217718" y="706685"/>
                </a:cubicBezTo>
                <a:cubicBezTo>
                  <a:pt x="217718" y="692264"/>
                  <a:pt x="229408" y="680574"/>
                  <a:pt x="243829" y="680574"/>
                </a:cubicBezTo>
                <a:close/>
                <a:moveTo>
                  <a:pt x="26115" y="680574"/>
                </a:moveTo>
                <a:cubicBezTo>
                  <a:pt x="40536" y="680574"/>
                  <a:pt x="52226" y="692264"/>
                  <a:pt x="52226" y="706685"/>
                </a:cubicBezTo>
                <a:cubicBezTo>
                  <a:pt x="52226" y="721106"/>
                  <a:pt x="40536" y="732796"/>
                  <a:pt x="26115" y="732796"/>
                </a:cubicBezTo>
                <a:cubicBezTo>
                  <a:pt x="11694" y="732796"/>
                  <a:pt x="4" y="721106"/>
                  <a:pt x="4" y="706685"/>
                </a:cubicBezTo>
                <a:cubicBezTo>
                  <a:pt x="4" y="692264"/>
                  <a:pt x="11694" y="680574"/>
                  <a:pt x="26115" y="680574"/>
                </a:cubicBezTo>
                <a:close/>
                <a:moveTo>
                  <a:pt x="26116" y="453717"/>
                </a:moveTo>
                <a:cubicBezTo>
                  <a:pt x="40537" y="453717"/>
                  <a:pt x="52227" y="465407"/>
                  <a:pt x="52227" y="479827"/>
                </a:cubicBezTo>
                <a:cubicBezTo>
                  <a:pt x="52227" y="494249"/>
                  <a:pt x="40537" y="505939"/>
                  <a:pt x="26116" y="505939"/>
                </a:cubicBezTo>
                <a:cubicBezTo>
                  <a:pt x="11695" y="505939"/>
                  <a:pt x="5" y="494249"/>
                  <a:pt x="5" y="479827"/>
                </a:cubicBezTo>
                <a:cubicBezTo>
                  <a:pt x="5" y="465407"/>
                  <a:pt x="11695" y="453717"/>
                  <a:pt x="26116" y="453717"/>
                </a:cubicBezTo>
                <a:close/>
                <a:moveTo>
                  <a:pt x="243830" y="453717"/>
                </a:moveTo>
                <a:cubicBezTo>
                  <a:pt x="258251" y="453717"/>
                  <a:pt x="269941" y="465407"/>
                  <a:pt x="269941" y="479827"/>
                </a:cubicBezTo>
                <a:cubicBezTo>
                  <a:pt x="269941" y="494249"/>
                  <a:pt x="258251" y="505939"/>
                  <a:pt x="243830" y="505939"/>
                </a:cubicBezTo>
                <a:cubicBezTo>
                  <a:pt x="229409" y="505939"/>
                  <a:pt x="217719" y="494249"/>
                  <a:pt x="217719" y="479827"/>
                </a:cubicBezTo>
                <a:cubicBezTo>
                  <a:pt x="217719" y="465407"/>
                  <a:pt x="229409" y="453717"/>
                  <a:pt x="243830" y="453717"/>
                </a:cubicBezTo>
                <a:close/>
                <a:moveTo>
                  <a:pt x="461544" y="453717"/>
                </a:moveTo>
                <a:cubicBezTo>
                  <a:pt x="475965" y="453717"/>
                  <a:pt x="487655" y="465407"/>
                  <a:pt x="487655" y="479827"/>
                </a:cubicBezTo>
                <a:cubicBezTo>
                  <a:pt x="487655" y="494249"/>
                  <a:pt x="475965" y="505939"/>
                  <a:pt x="461544" y="505939"/>
                </a:cubicBezTo>
                <a:cubicBezTo>
                  <a:pt x="447123" y="505939"/>
                  <a:pt x="435433" y="494249"/>
                  <a:pt x="435433" y="479827"/>
                </a:cubicBezTo>
                <a:cubicBezTo>
                  <a:pt x="435433" y="465407"/>
                  <a:pt x="447123" y="453717"/>
                  <a:pt x="461544" y="453717"/>
                </a:cubicBezTo>
                <a:close/>
                <a:moveTo>
                  <a:pt x="679258" y="453717"/>
                </a:moveTo>
                <a:cubicBezTo>
                  <a:pt x="693679" y="453717"/>
                  <a:pt x="705369" y="465407"/>
                  <a:pt x="705369" y="479827"/>
                </a:cubicBezTo>
                <a:cubicBezTo>
                  <a:pt x="705369" y="494249"/>
                  <a:pt x="693679" y="505939"/>
                  <a:pt x="679258" y="505939"/>
                </a:cubicBezTo>
                <a:cubicBezTo>
                  <a:pt x="664837" y="505939"/>
                  <a:pt x="653147" y="494249"/>
                  <a:pt x="653147" y="479827"/>
                </a:cubicBezTo>
                <a:cubicBezTo>
                  <a:pt x="653147" y="465407"/>
                  <a:pt x="664837" y="453717"/>
                  <a:pt x="679258" y="453717"/>
                </a:cubicBezTo>
                <a:close/>
                <a:moveTo>
                  <a:pt x="896973" y="453717"/>
                </a:moveTo>
                <a:cubicBezTo>
                  <a:pt x="911394" y="453717"/>
                  <a:pt x="923084" y="465406"/>
                  <a:pt x="923084" y="479827"/>
                </a:cubicBezTo>
                <a:cubicBezTo>
                  <a:pt x="923084" y="494248"/>
                  <a:pt x="911394" y="505939"/>
                  <a:pt x="896973" y="505939"/>
                </a:cubicBezTo>
                <a:cubicBezTo>
                  <a:pt x="882552" y="505939"/>
                  <a:pt x="870862" y="494248"/>
                  <a:pt x="870862" y="479827"/>
                </a:cubicBezTo>
                <a:cubicBezTo>
                  <a:pt x="870862" y="465406"/>
                  <a:pt x="882552" y="453717"/>
                  <a:pt x="896973" y="453717"/>
                </a:cubicBezTo>
                <a:close/>
                <a:moveTo>
                  <a:pt x="1114687" y="453717"/>
                </a:moveTo>
                <a:cubicBezTo>
                  <a:pt x="1129108" y="453717"/>
                  <a:pt x="1140798" y="465406"/>
                  <a:pt x="1140798" y="479827"/>
                </a:cubicBezTo>
                <a:cubicBezTo>
                  <a:pt x="1140798" y="494248"/>
                  <a:pt x="1129108" y="505938"/>
                  <a:pt x="1114687" y="505938"/>
                </a:cubicBezTo>
                <a:cubicBezTo>
                  <a:pt x="1100266" y="505938"/>
                  <a:pt x="1088576" y="494248"/>
                  <a:pt x="1088576" y="479827"/>
                </a:cubicBezTo>
                <a:cubicBezTo>
                  <a:pt x="1088576" y="465406"/>
                  <a:pt x="1100266" y="453717"/>
                  <a:pt x="1114687" y="453717"/>
                </a:cubicBezTo>
                <a:close/>
                <a:moveTo>
                  <a:pt x="1332400" y="453716"/>
                </a:moveTo>
                <a:cubicBezTo>
                  <a:pt x="1346821" y="453716"/>
                  <a:pt x="1358511" y="465406"/>
                  <a:pt x="1358511" y="479827"/>
                </a:cubicBezTo>
                <a:cubicBezTo>
                  <a:pt x="1358511" y="494248"/>
                  <a:pt x="1346821" y="505938"/>
                  <a:pt x="1332400" y="505938"/>
                </a:cubicBezTo>
                <a:cubicBezTo>
                  <a:pt x="1317979" y="505938"/>
                  <a:pt x="1306289" y="494248"/>
                  <a:pt x="1306289" y="479827"/>
                </a:cubicBezTo>
                <a:cubicBezTo>
                  <a:pt x="1306289" y="465406"/>
                  <a:pt x="1317979" y="453716"/>
                  <a:pt x="1332400" y="453716"/>
                </a:cubicBezTo>
                <a:close/>
                <a:moveTo>
                  <a:pt x="1550114" y="453716"/>
                </a:moveTo>
                <a:cubicBezTo>
                  <a:pt x="1564535" y="453716"/>
                  <a:pt x="1576225" y="465406"/>
                  <a:pt x="1576225" y="479827"/>
                </a:cubicBezTo>
                <a:cubicBezTo>
                  <a:pt x="1576225" y="494248"/>
                  <a:pt x="1564535" y="505938"/>
                  <a:pt x="1550114" y="505938"/>
                </a:cubicBezTo>
                <a:cubicBezTo>
                  <a:pt x="1535693" y="505938"/>
                  <a:pt x="1524003" y="494248"/>
                  <a:pt x="1524003" y="479827"/>
                </a:cubicBezTo>
                <a:cubicBezTo>
                  <a:pt x="1524003" y="465406"/>
                  <a:pt x="1535693" y="453716"/>
                  <a:pt x="1550114" y="453716"/>
                </a:cubicBezTo>
                <a:close/>
                <a:moveTo>
                  <a:pt x="1114688" y="226858"/>
                </a:moveTo>
                <a:cubicBezTo>
                  <a:pt x="1129109" y="226858"/>
                  <a:pt x="1140799" y="238548"/>
                  <a:pt x="1140799" y="252969"/>
                </a:cubicBezTo>
                <a:cubicBezTo>
                  <a:pt x="1140799" y="267390"/>
                  <a:pt x="1129109" y="279080"/>
                  <a:pt x="1114688" y="279080"/>
                </a:cubicBezTo>
                <a:cubicBezTo>
                  <a:pt x="1100267" y="279080"/>
                  <a:pt x="1088577" y="267390"/>
                  <a:pt x="1088577" y="252969"/>
                </a:cubicBezTo>
                <a:cubicBezTo>
                  <a:pt x="1088577" y="238548"/>
                  <a:pt x="1100267" y="226858"/>
                  <a:pt x="1114688" y="226858"/>
                </a:cubicBezTo>
                <a:close/>
                <a:moveTo>
                  <a:pt x="896974" y="226858"/>
                </a:moveTo>
                <a:cubicBezTo>
                  <a:pt x="911395" y="226858"/>
                  <a:pt x="923085" y="238548"/>
                  <a:pt x="923085" y="252969"/>
                </a:cubicBezTo>
                <a:cubicBezTo>
                  <a:pt x="923085" y="267390"/>
                  <a:pt x="911395" y="279080"/>
                  <a:pt x="896974" y="279080"/>
                </a:cubicBezTo>
                <a:cubicBezTo>
                  <a:pt x="882553" y="279080"/>
                  <a:pt x="870863" y="267390"/>
                  <a:pt x="870863" y="252969"/>
                </a:cubicBezTo>
                <a:cubicBezTo>
                  <a:pt x="870863" y="238548"/>
                  <a:pt x="882553" y="226858"/>
                  <a:pt x="896974" y="226858"/>
                </a:cubicBezTo>
                <a:close/>
                <a:moveTo>
                  <a:pt x="679259" y="226858"/>
                </a:moveTo>
                <a:cubicBezTo>
                  <a:pt x="693680" y="226858"/>
                  <a:pt x="705370" y="238548"/>
                  <a:pt x="705370" y="252970"/>
                </a:cubicBezTo>
                <a:cubicBezTo>
                  <a:pt x="705370" y="267391"/>
                  <a:pt x="693680" y="279080"/>
                  <a:pt x="679259" y="279080"/>
                </a:cubicBezTo>
                <a:cubicBezTo>
                  <a:pt x="664838" y="279080"/>
                  <a:pt x="653148" y="267391"/>
                  <a:pt x="653148" y="252970"/>
                </a:cubicBezTo>
                <a:cubicBezTo>
                  <a:pt x="653148" y="238548"/>
                  <a:pt x="664838" y="226858"/>
                  <a:pt x="679259" y="226858"/>
                </a:cubicBezTo>
                <a:close/>
                <a:moveTo>
                  <a:pt x="461545" y="226858"/>
                </a:moveTo>
                <a:cubicBezTo>
                  <a:pt x="475966" y="226858"/>
                  <a:pt x="487656" y="238549"/>
                  <a:pt x="487656" y="252970"/>
                </a:cubicBezTo>
                <a:cubicBezTo>
                  <a:pt x="487656" y="267391"/>
                  <a:pt x="475966" y="279081"/>
                  <a:pt x="461545" y="279081"/>
                </a:cubicBezTo>
                <a:cubicBezTo>
                  <a:pt x="447124" y="279081"/>
                  <a:pt x="435434" y="267391"/>
                  <a:pt x="435434" y="252970"/>
                </a:cubicBezTo>
                <a:cubicBezTo>
                  <a:pt x="435434" y="238549"/>
                  <a:pt x="447124" y="226858"/>
                  <a:pt x="461545" y="226858"/>
                </a:cubicBezTo>
                <a:close/>
                <a:moveTo>
                  <a:pt x="243831" y="226858"/>
                </a:moveTo>
                <a:cubicBezTo>
                  <a:pt x="258252" y="226858"/>
                  <a:pt x="269942" y="238549"/>
                  <a:pt x="269942" y="252970"/>
                </a:cubicBezTo>
                <a:cubicBezTo>
                  <a:pt x="269942" y="267391"/>
                  <a:pt x="258252" y="279081"/>
                  <a:pt x="243831" y="279081"/>
                </a:cubicBezTo>
                <a:cubicBezTo>
                  <a:pt x="229410" y="279081"/>
                  <a:pt x="217720" y="267391"/>
                  <a:pt x="217720" y="252970"/>
                </a:cubicBezTo>
                <a:cubicBezTo>
                  <a:pt x="217720" y="238549"/>
                  <a:pt x="229410" y="226858"/>
                  <a:pt x="243831" y="226858"/>
                </a:cubicBezTo>
                <a:close/>
                <a:moveTo>
                  <a:pt x="26117" y="226858"/>
                </a:moveTo>
                <a:cubicBezTo>
                  <a:pt x="40538" y="226858"/>
                  <a:pt x="52228" y="238549"/>
                  <a:pt x="52228" y="252970"/>
                </a:cubicBezTo>
                <a:cubicBezTo>
                  <a:pt x="52228" y="267391"/>
                  <a:pt x="40538" y="279081"/>
                  <a:pt x="26117" y="279081"/>
                </a:cubicBezTo>
                <a:cubicBezTo>
                  <a:pt x="11696" y="279081"/>
                  <a:pt x="6" y="267391"/>
                  <a:pt x="6" y="252970"/>
                </a:cubicBezTo>
                <a:cubicBezTo>
                  <a:pt x="6" y="238549"/>
                  <a:pt x="11696" y="226858"/>
                  <a:pt x="26117" y="226858"/>
                </a:cubicBezTo>
                <a:close/>
                <a:moveTo>
                  <a:pt x="1332401" y="226858"/>
                </a:moveTo>
                <a:cubicBezTo>
                  <a:pt x="1346822" y="226858"/>
                  <a:pt x="1358512" y="238548"/>
                  <a:pt x="1358512" y="252969"/>
                </a:cubicBezTo>
                <a:cubicBezTo>
                  <a:pt x="1358512" y="267390"/>
                  <a:pt x="1346822" y="279080"/>
                  <a:pt x="1332401" y="279080"/>
                </a:cubicBezTo>
                <a:cubicBezTo>
                  <a:pt x="1317980" y="279080"/>
                  <a:pt x="1306290" y="267390"/>
                  <a:pt x="1306290" y="252969"/>
                </a:cubicBezTo>
                <a:cubicBezTo>
                  <a:pt x="1306290" y="238548"/>
                  <a:pt x="1317980" y="226858"/>
                  <a:pt x="1332401" y="226858"/>
                </a:cubicBezTo>
                <a:close/>
                <a:moveTo>
                  <a:pt x="1550115" y="226858"/>
                </a:moveTo>
                <a:cubicBezTo>
                  <a:pt x="1564536" y="226858"/>
                  <a:pt x="1576226" y="238548"/>
                  <a:pt x="1576226" y="252969"/>
                </a:cubicBezTo>
                <a:cubicBezTo>
                  <a:pt x="1576226" y="267390"/>
                  <a:pt x="1564536" y="279080"/>
                  <a:pt x="1550115" y="279080"/>
                </a:cubicBezTo>
                <a:cubicBezTo>
                  <a:pt x="1535694" y="279080"/>
                  <a:pt x="1524004" y="267390"/>
                  <a:pt x="1524004" y="252969"/>
                </a:cubicBezTo>
                <a:cubicBezTo>
                  <a:pt x="1524004" y="238548"/>
                  <a:pt x="1535694" y="226858"/>
                  <a:pt x="1550115" y="226858"/>
                </a:cubicBezTo>
                <a:close/>
                <a:moveTo>
                  <a:pt x="26117" y="2"/>
                </a:moveTo>
                <a:cubicBezTo>
                  <a:pt x="40538" y="2"/>
                  <a:pt x="52228" y="11692"/>
                  <a:pt x="52228" y="26113"/>
                </a:cubicBezTo>
                <a:cubicBezTo>
                  <a:pt x="52228" y="40534"/>
                  <a:pt x="40538" y="52224"/>
                  <a:pt x="26117" y="52224"/>
                </a:cubicBezTo>
                <a:cubicBezTo>
                  <a:pt x="11696" y="52224"/>
                  <a:pt x="6" y="40534"/>
                  <a:pt x="6" y="26113"/>
                </a:cubicBezTo>
                <a:cubicBezTo>
                  <a:pt x="6" y="11692"/>
                  <a:pt x="11696" y="2"/>
                  <a:pt x="26117" y="2"/>
                </a:cubicBezTo>
                <a:close/>
                <a:moveTo>
                  <a:pt x="243831" y="1"/>
                </a:moveTo>
                <a:cubicBezTo>
                  <a:pt x="258252" y="1"/>
                  <a:pt x="269942" y="11691"/>
                  <a:pt x="269942" y="26112"/>
                </a:cubicBezTo>
                <a:cubicBezTo>
                  <a:pt x="269942" y="40534"/>
                  <a:pt x="258252" y="52224"/>
                  <a:pt x="243831" y="52224"/>
                </a:cubicBezTo>
                <a:cubicBezTo>
                  <a:pt x="229410" y="52224"/>
                  <a:pt x="217720" y="40534"/>
                  <a:pt x="217720" y="26112"/>
                </a:cubicBezTo>
                <a:cubicBezTo>
                  <a:pt x="217720" y="11691"/>
                  <a:pt x="229410" y="1"/>
                  <a:pt x="243831" y="1"/>
                </a:cubicBezTo>
                <a:close/>
                <a:moveTo>
                  <a:pt x="461545" y="1"/>
                </a:moveTo>
                <a:cubicBezTo>
                  <a:pt x="475966" y="1"/>
                  <a:pt x="487656" y="11691"/>
                  <a:pt x="487656" y="26112"/>
                </a:cubicBezTo>
                <a:cubicBezTo>
                  <a:pt x="487656" y="40534"/>
                  <a:pt x="475966" y="52224"/>
                  <a:pt x="461545" y="52224"/>
                </a:cubicBezTo>
                <a:cubicBezTo>
                  <a:pt x="447124" y="52224"/>
                  <a:pt x="435434" y="40534"/>
                  <a:pt x="435434" y="26112"/>
                </a:cubicBezTo>
                <a:cubicBezTo>
                  <a:pt x="435434" y="11691"/>
                  <a:pt x="447124" y="1"/>
                  <a:pt x="461545" y="1"/>
                </a:cubicBezTo>
                <a:close/>
                <a:moveTo>
                  <a:pt x="679259" y="1"/>
                </a:moveTo>
                <a:cubicBezTo>
                  <a:pt x="693680" y="1"/>
                  <a:pt x="705370" y="11691"/>
                  <a:pt x="705370" y="26112"/>
                </a:cubicBezTo>
                <a:cubicBezTo>
                  <a:pt x="705370" y="40533"/>
                  <a:pt x="693680" y="52223"/>
                  <a:pt x="679259" y="52223"/>
                </a:cubicBezTo>
                <a:cubicBezTo>
                  <a:pt x="664838" y="52223"/>
                  <a:pt x="653148" y="40533"/>
                  <a:pt x="653148" y="26112"/>
                </a:cubicBezTo>
                <a:cubicBezTo>
                  <a:pt x="653148" y="11691"/>
                  <a:pt x="664838" y="1"/>
                  <a:pt x="679259" y="1"/>
                </a:cubicBezTo>
                <a:close/>
                <a:moveTo>
                  <a:pt x="896974" y="1"/>
                </a:moveTo>
                <a:cubicBezTo>
                  <a:pt x="911395" y="1"/>
                  <a:pt x="923085" y="11691"/>
                  <a:pt x="923085" y="26112"/>
                </a:cubicBezTo>
                <a:cubicBezTo>
                  <a:pt x="923085" y="40533"/>
                  <a:pt x="911395" y="52223"/>
                  <a:pt x="896974" y="52223"/>
                </a:cubicBezTo>
                <a:cubicBezTo>
                  <a:pt x="882553" y="52223"/>
                  <a:pt x="870863" y="40533"/>
                  <a:pt x="870863" y="26112"/>
                </a:cubicBezTo>
                <a:cubicBezTo>
                  <a:pt x="870863" y="11691"/>
                  <a:pt x="882553" y="1"/>
                  <a:pt x="896974" y="1"/>
                </a:cubicBezTo>
                <a:close/>
                <a:moveTo>
                  <a:pt x="1114688" y="1"/>
                </a:moveTo>
                <a:cubicBezTo>
                  <a:pt x="1129109" y="1"/>
                  <a:pt x="1140799" y="11691"/>
                  <a:pt x="1140799" y="26112"/>
                </a:cubicBezTo>
                <a:cubicBezTo>
                  <a:pt x="1140799" y="40533"/>
                  <a:pt x="1129109" y="52223"/>
                  <a:pt x="1114688" y="52223"/>
                </a:cubicBezTo>
                <a:cubicBezTo>
                  <a:pt x="1100267" y="52223"/>
                  <a:pt x="1088577" y="40533"/>
                  <a:pt x="1088577" y="26112"/>
                </a:cubicBezTo>
                <a:cubicBezTo>
                  <a:pt x="1088577" y="11691"/>
                  <a:pt x="1100267" y="1"/>
                  <a:pt x="1114688" y="1"/>
                </a:cubicBezTo>
                <a:close/>
                <a:moveTo>
                  <a:pt x="1332401" y="0"/>
                </a:moveTo>
                <a:cubicBezTo>
                  <a:pt x="1346822" y="0"/>
                  <a:pt x="1358512" y="11690"/>
                  <a:pt x="1358512" y="26111"/>
                </a:cubicBezTo>
                <a:cubicBezTo>
                  <a:pt x="1358512" y="40533"/>
                  <a:pt x="1346822" y="52223"/>
                  <a:pt x="1332401" y="52223"/>
                </a:cubicBezTo>
                <a:cubicBezTo>
                  <a:pt x="1317980" y="52223"/>
                  <a:pt x="1306290" y="40533"/>
                  <a:pt x="1306290" y="26111"/>
                </a:cubicBezTo>
                <a:cubicBezTo>
                  <a:pt x="1306290" y="11690"/>
                  <a:pt x="1317980" y="0"/>
                  <a:pt x="1332401" y="0"/>
                </a:cubicBezTo>
                <a:close/>
                <a:moveTo>
                  <a:pt x="1550115" y="0"/>
                </a:moveTo>
                <a:cubicBezTo>
                  <a:pt x="1564536" y="0"/>
                  <a:pt x="1576226" y="11690"/>
                  <a:pt x="1576226" y="26111"/>
                </a:cubicBezTo>
                <a:cubicBezTo>
                  <a:pt x="1576226" y="40532"/>
                  <a:pt x="1564536" y="52222"/>
                  <a:pt x="1550115" y="52222"/>
                </a:cubicBezTo>
                <a:cubicBezTo>
                  <a:pt x="1535694" y="52222"/>
                  <a:pt x="1524004" y="40532"/>
                  <a:pt x="1524004" y="26111"/>
                </a:cubicBezTo>
                <a:cubicBezTo>
                  <a:pt x="1524004" y="11690"/>
                  <a:pt x="1535694" y="0"/>
                  <a:pt x="15501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49737375-41F1-0A4B-CB30-08561167B3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29" y="5982359"/>
            <a:ext cx="557144" cy="718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9246C4-4412-E3D3-AA85-10196D79B3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826310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360DC4-5463-B8CD-BC68-A6458F9CCA4B}"/>
              </a:ext>
            </a:extLst>
          </p:cNvPr>
          <p:cNvSpPr>
            <a:spLocks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EF436C0-E822-1AE4-23DB-E508FFFB9306}"/>
              </a:ext>
            </a:extLst>
          </p:cNvPr>
          <p:cNvSpPr/>
          <p:nvPr userDrawn="1"/>
        </p:nvSpPr>
        <p:spPr>
          <a:xfrm>
            <a:off x="11400817" y="0"/>
            <a:ext cx="801327" cy="6858000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51" y="510389"/>
            <a:ext cx="6694105" cy="705462"/>
          </a:xfrm>
        </p:spPr>
        <p:txBody>
          <a:bodyPr>
            <a:normAutofit/>
          </a:bodyPr>
          <a:lstStyle>
            <a:lvl1pPr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5D737-52BE-F84E-0F61-FF96616AB94C}"/>
              </a:ext>
            </a:extLst>
          </p:cNvPr>
          <p:cNvSpPr/>
          <p:nvPr userDrawn="1"/>
        </p:nvSpPr>
        <p:spPr>
          <a:xfrm rot="16200000" flipH="1">
            <a:off x="2681522" y="-1122049"/>
            <a:ext cx="45719" cy="4891178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1241D7-A82D-BE73-FC13-A2172EDF1B08}"/>
              </a:ext>
            </a:extLst>
          </p:cNvPr>
          <p:cNvSpPr/>
          <p:nvPr userDrawn="1"/>
        </p:nvSpPr>
        <p:spPr>
          <a:xfrm>
            <a:off x="7095032" y="880516"/>
            <a:ext cx="5096968" cy="5096968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771CB3-E868-2233-27AF-E5C5DF5E2EA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7302736" y="1084824"/>
            <a:ext cx="4688348" cy="4688348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CAF350-61D0-DA46-42A3-EEB6BF17F2DD}"/>
              </a:ext>
            </a:extLst>
          </p:cNvPr>
          <p:cNvSpPr/>
          <p:nvPr userDrawn="1"/>
        </p:nvSpPr>
        <p:spPr>
          <a:xfrm>
            <a:off x="7141829" y="143644"/>
            <a:ext cx="2527407" cy="2527407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F13C7E-F6D5-5463-A613-9A0F82F6BAEF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43138" y="244953"/>
            <a:ext cx="2324787" cy="2324787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CEFD5C-2D36-FCCA-EBFC-A931F24F7169}"/>
              </a:ext>
            </a:extLst>
          </p:cNvPr>
          <p:cNvSpPr/>
          <p:nvPr userDrawn="1"/>
        </p:nvSpPr>
        <p:spPr>
          <a:xfrm>
            <a:off x="7914583" y="5094091"/>
            <a:ext cx="1651344" cy="1651344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3619976-4764-CED3-031F-ECF10D9190E9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980776" y="5157157"/>
            <a:ext cx="1518957" cy="1518957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031F60B-D2D3-2676-B766-39D74DA6250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9401" y="1431229"/>
            <a:ext cx="6694105" cy="4838698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292A54DC-9633-A01F-143B-D75A159926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7EEC94-81BB-DD24-F44E-8DBD8661E9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895154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338238-FEB8-DA55-DECF-09BCE4BE2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947" y="510389"/>
            <a:ext cx="6694105" cy="705462"/>
          </a:xfrm>
        </p:spPr>
        <p:txBody>
          <a:bodyPr>
            <a:normAutofit/>
          </a:bodyPr>
          <a:lstStyle>
            <a:lvl1pPr algn="ctr"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5D737-52BE-F84E-0F61-FF96616AB94C}"/>
              </a:ext>
            </a:extLst>
          </p:cNvPr>
          <p:cNvSpPr/>
          <p:nvPr userDrawn="1"/>
        </p:nvSpPr>
        <p:spPr>
          <a:xfrm rot="16200000" flipH="1">
            <a:off x="6073141" y="-1122048"/>
            <a:ext cx="45719" cy="4891178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CEFD5C-2D36-FCCA-EBFC-A931F24F7169}"/>
              </a:ext>
            </a:extLst>
          </p:cNvPr>
          <p:cNvSpPr/>
          <p:nvPr userDrawn="1"/>
        </p:nvSpPr>
        <p:spPr>
          <a:xfrm>
            <a:off x="294347" y="1677430"/>
            <a:ext cx="1651344" cy="1651344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3619976-4764-CED3-031F-ECF10D9190E9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360540" y="1740496"/>
            <a:ext cx="1518957" cy="1518957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55E10A1-D28B-09C0-27A6-8A6589597F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084790" y="1677430"/>
            <a:ext cx="3507505" cy="423745"/>
          </a:xfrm>
        </p:spPr>
        <p:txBody>
          <a:bodyPr/>
          <a:lstStyle>
            <a:lvl1pPr marL="0" indent="0">
              <a:buNone/>
              <a:defRPr sz="2000">
                <a:latin typeface="US Army" panose="020B0506030202020204" pitchFamily="34" charset="0"/>
              </a:defRPr>
            </a:lvl1pPr>
            <a:lvl2pPr marL="457200" indent="0">
              <a:buNone/>
              <a:defRPr sz="18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775EB3-EB47-94A9-5354-84318BFB66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84789" y="2188722"/>
            <a:ext cx="3504945" cy="1142661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US Army" panose="020B0506030202020204" pitchFamily="34" charset="0"/>
              </a:defRPr>
            </a:lvl1pPr>
            <a:lvl2pPr marL="457200" indent="0">
              <a:buNone/>
              <a:defRPr sz="14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936349-DE81-0E3D-6F0B-4FE9A6D570E7}"/>
              </a:ext>
            </a:extLst>
          </p:cNvPr>
          <p:cNvSpPr/>
          <p:nvPr userDrawn="1"/>
        </p:nvSpPr>
        <p:spPr>
          <a:xfrm>
            <a:off x="279451" y="4016890"/>
            <a:ext cx="1651344" cy="1651344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748EFFE-59E0-65C4-1EE5-AB439C1091E6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345644" y="4079956"/>
            <a:ext cx="1518957" cy="1518957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232FC4-7142-006F-787B-EBE8B4B31640}"/>
              </a:ext>
            </a:extLst>
          </p:cNvPr>
          <p:cNvSpPr/>
          <p:nvPr userDrawn="1"/>
        </p:nvSpPr>
        <p:spPr>
          <a:xfrm>
            <a:off x="5994976" y="1680040"/>
            <a:ext cx="1651344" cy="1651344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4" name="Picture Placeholder 18">
            <a:extLst>
              <a:ext uri="{FF2B5EF4-FFF2-40B4-BE49-F238E27FC236}">
                <a16:creationId xmlns:a16="http://schemas.microsoft.com/office/drawing/2014/main" id="{1845BDE7-7F31-A746-ADB2-DC5985C47B8E}"/>
              </a:ext>
            </a:extLst>
          </p:cNvPr>
          <p:cNvSpPr>
            <a:spLocks noGrp="1"/>
          </p:cNvSpPr>
          <p:nvPr>
            <p:ph type="pic" idx="27"/>
          </p:nvPr>
        </p:nvSpPr>
        <p:spPr>
          <a:xfrm>
            <a:off x="6061169" y="1743106"/>
            <a:ext cx="1518957" cy="1518957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7C8518-7097-C030-3110-95F863268C1F}"/>
              </a:ext>
            </a:extLst>
          </p:cNvPr>
          <p:cNvSpPr/>
          <p:nvPr userDrawn="1"/>
        </p:nvSpPr>
        <p:spPr>
          <a:xfrm>
            <a:off x="5994976" y="4016890"/>
            <a:ext cx="1651344" cy="1651344"/>
          </a:xfrm>
          <a:prstGeom prst="ellipse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99D7E638-6428-E85E-F58F-0A28D3574A07}"/>
              </a:ext>
            </a:extLst>
          </p:cNvPr>
          <p:cNvSpPr>
            <a:spLocks noGrp="1"/>
          </p:cNvSpPr>
          <p:nvPr>
            <p:ph type="pic" idx="28"/>
          </p:nvPr>
        </p:nvSpPr>
        <p:spPr>
          <a:xfrm>
            <a:off x="6061169" y="4079956"/>
            <a:ext cx="1518957" cy="1518957"/>
          </a:xfrm>
          <a:custGeom>
            <a:avLst/>
            <a:gdLst>
              <a:gd name="connsiteX0" fmla="*/ 2344174 w 4688348"/>
              <a:gd name="connsiteY0" fmla="*/ 0 h 4688348"/>
              <a:gd name="connsiteX1" fmla="*/ 4688348 w 4688348"/>
              <a:gd name="connsiteY1" fmla="*/ 2344174 h 4688348"/>
              <a:gd name="connsiteX2" fmla="*/ 2344174 w 4688348"/>
              <a:gd name="connsiteY2" fmla="*/ 4688348 h 4688348"/>
              <a:gd name="connsiteX3" fmla="*/ 0 w 4688348"/>
              <a:gd name="connsiteY3" fmla="*/ 2344174 h 4688348"/>
              <a:gd name="connsiteX4" fmla="*/ 2344174 w 4688348"/>
              <a:gd name="connsiteY4" fmla="*/ 0 h 46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348" h="4688348">
                <a:moveTo>
                  <a:pt x="2344174" y="0"/>
                </a:moveTo>
                <a:cubicBezTo>
                  <a:pt x="3638826" y="0"/>
                  <a:pt x="4688348" y="1049522"/>
                  <a:pt x="4688348" y="2344174"/>
                </a:cubicBezTo>
                <a:cubicBezTo>
                  <a:pt x="4688348" y="3638826"/>
                  <a:pt x="3638826" y="4688348"/>
                  <a:pt x="2344174" y="4688348"/>
                </a:cubicBezTo>
                <a:cubicBezTo>
                  <a:pt x="1049522" y="4688348"/>
                  <a:pt x="0" y="3638826"/>
                  <a:pt x="0" y="2344174"/>
                </a:cubicBezTo>
                <a:cubicBezTo>
                  <a:pt x="0" y="1049522"/>
                  <a:pt x="1049522" y="0"/>
                  <a:pt x="2344174" y="0"/>
                </a:cubicBezTo>
                <a:close/>
              </a:path>
            </a:pathLst>
          </a:custGeom>
          <a:pattFill prst="ltDnDiag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BE98671F-AE92-AF83-C5E4-DA862A88353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087809" y="4014281"/>
            <a:ext cx="3507505" cy="423745"/>
          </a:xfrm>
        </p:spPr>
        <p:txBody>
          <a:bodyPr/>
          <a:lstStyle>
            <a:lvl1pPr marL="0" indent="0">
              <a:buNone/>
              <a:defRPr sz="2000">
                <a:latin typeface="US Army" panose="020B0506030202020204" pitchFamily="34" charset="0"/>
              </a:defRPr>
            </a:lvl1pPr>
            <a:lvl2pPr marL="457200" indent="0">
              <a:buNone/>
              <a:defRPr sz="18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0F55A26-CECF-E359-280D-34ABCEE8F0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87808" y="4525573"/>
            <a:ext cx="3504945" cy="1142661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US Army" panose="020B0506030202020204" pitchFamily="34" charset="0"/>
              </a:defRPr>
            </a:lvl1pPr>
            <a:lvl2pPr marL="457200" indent="0">
              <a:buNone/>
              <a:defRPr sz="14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B9685424-1D19-EFBB-9827-92988CD6C07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51195" y="1680040"/>
            <a:ext cx="3507505" cy="423745"/>
          </a:xfrm>
        </p:spPr>
        <p:txBody>
          <a:bodyPr/>
          <a:lstStyle>
            <a:lvl1pPr marL="0" indent="0">
              <a:buNone/>
              <a:defRPr sz="2000">
                <a:latin typeface="US Army" panose="020B0506030202020204" pitchFamily="34" charset="0"/>
              </a:defRPr>
            </a:lvl1pPr>
            <a:lvl2pPr marL="457200" indent="0">
              <a:buNone/>
              <a:defRPr sz="18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1616620C-238E-2093-D78D-74B8BBAB67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51194" y="2191332"/>
            <a:ext cx="3504945" cy="1142661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US Army" panose="020B0506030202020204" pitchFamily="34" charset="0"/>
              </a:defRPr>
            </a:lvl1pPr>
            <a:lvl2pPr marL="457200" indent="0">
              <a:buNone/>
              <a:defRPr sz="14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47D308F1-33BE-5D0B-BF3F-41ED502E266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1195" y="4016890"/>
            <a:ext cx="3507505" cy="423745"/>
          </a:xfrm>
        </p:spPr>
        <p:txBody>
          <a:bodyPr/>
          <a:lstStyle>
            <a:lvl1pPr marL="0" indent="0">
              <a:buNone/>
              <a:defRPr sz="2000">
                <a:latin typeface="US Army" panose="020B0506030202020204" pitchFamily="34" charset="0"/>
              </a:defRPr>
            </a:lvl1pPr>
            <a:lvl2pPr marL="457200" indent="0">
              <a:buNone/>
              <a:defRPr sz="18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26AD3E30-09F1-486C-BAD5-2F01179B0CE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751194" y="4528182"/>
            <a:ext cx="3504945" cy="1142661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US Army" panose="020B0506030202020204" pitchFamily="34" charset="0"/>
              </a:defRPr>
            </a:lvl1pPr>
            <a:lvl2pPr marL="457200" indent="0">
              <a:buNone/>
              <a:defRPr sz="1400">
                <a:latin typeface="US Army" panose="020B0506030202020204" pitchFamily="34" charset="0"/>
              </a:defRPr>
            </a:lvl2pPr>
            <a:lvl3pPr marL="914400" indent="0">
              <a:buNone/>
              <a:defRPr sz="1400">
                <a:latin typeface="US Army" panose="020B0506030202020204" pitchFamily="34" charset="0"/>
              </a:defRPr>
            </a:lvl3pPr>
            <a:lvl4pPr marL="1371600" indent="0">
              <a:buNone/>
              <a:defRPr sz="1400">
                <a:latin typeface="US Army" panose="020B0506030202020204" pitchFamily="34" charset="0"/>
              </a:defRPr>
            </a:lvl4pPr>
            <a:lvl5pPr marL="1828800" indent="0">
              <a:buNone/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BD1304-92EF-3F0E-C563-E811D275304A}"/>
              </a:ext>
            </a:extLst>
          </p:cNvPr>
          <p:cNvSpPr/>
          <p:nvPr userDrawn="1"/>
        </p:nvSpPr>
        <p:spPr>
          <a:xfrm>
            <a:off x="11392721" y="6056673"/>
            <a:ext cx="801327" cy="801327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7DDFD459-3FE2-C1A9-D560-5FB9E305F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0FF598-E7E4-6824-DEBA-E32047606B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31857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21BC48-DCA3-53F7-E2FD-CEC93E6DA6B2}"/>
              </a:ext>
            </a:extLst>
          </p:cNvPr>
          <p:cNvSpPr>
            <a:spLocks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F74259-28F2-E404-6522-3178E704D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84218" y="-1680117"/>
            <a:ext cx="14075790" cy="8524215"/>
          </a:xfrm>
          <a:prstGeom prst="rect">
            <a:avLst/>
          </a:prstGeom>
          <a:effectLst/>
        </p:spPr>
      </p:pic>
      <p:sp>
        <p:nvSpPr>
          <p:cNvPr id="16" name="Insert Picture Here.png">
            <a:extLst>
              <a:ext uri="{FF2B5EF4-FFF2-40B4-BE49-F238E27FC236}">
                <a16:creationId xmlns:a16="http://schemas.microsoft.com/office/drawing/2014/main" id="{CAFCC6DB-247B-8E70-AA7B-AFDFD67B9A1E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4431931" y="1295641"/>
            <a:ext cx="3432276" cy="21804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7" name="Insert Picture Here.png"/>
          <p:cNvSpPr>
            <a:spLocks noGrp="1"/>
          </p:cNvSpPr>
          <p:nvPr>
            <p:ph type="pic" idx="21"/>
          </p:nvPr>
        </p:nvSpPr>
        <p:spPr>
          <a:xfrm>
            <a:off x="8133123" y="1295641"/>
            <a:ext cx="3432276" cy="21804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52" y="510388"/>
            <a:ext cx="3904226" cy="1325563"/>
          </a:xfrm>
        </p:spPr>
        <p:txBody>
          <a:bodyPr>
            <a:normAutofit/>
          </a:bodyPr>
          <a:lstStyle>
            <a:lvl1pPr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5D737-52BE-F84E-0F61-FF96616AB94C}"/>
              </a:ext>
            </a:extLst>
          </p:cNvPr>
          <p:cNvSpPr/>
          <p:nvPr userDrawn="1"/>
        </p:nvSpPr>
        <p:spPr>
          <a:xfrm rot="16200000" flipH="1">
            <a:off x="2178471" y="-46636"/>
            <a:ext cx="64867" cy="3904225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5E9575F-55D1-E73E-3E18-66C3B3EFC0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E7546C7-5D18-665D-E3C5-7FF859E722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9401" y="1975002"/>
            <a:ext cx="3904225" cy="4294925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EF051-B9D7-4A8C-E93B-0A98C8EFB484}"/>
              </a:ext>
            </a:extLst>
          </p:cNvPr>
          <p:cNvSpPr/>
          <p:nvPr userDrawn="1"/>
        </p:nvSpPr>
        <p:spPr>
          <a:xfrm>
            <a:off x="4333236" y="2655650"/>
            <a:ext cx="3629666" cy="40575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266700" dir="5400000" sx="97000" sy="97000" algn="t" rotWithShape="0">
              <a:prstClr val="black">
                <a:alpha val="15000"/>
              </a:prstClr>
            </a:outerShdw>
            <a:reflection blurRad="6350" stA="61000" endPos="4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35518-F252-393E-3B03-9773E2D1D4A0}"/>
              </a:ext>
            </a:extLst>
          </p:cNvPr>
          <p:cNvSpPr/>
          <p:nvPr userDrawn="1"/>
        </p:nvSpPr>
        <p:spPr>
          <a:xfrm>
            <a:off x="8055431" y="2655650"/>
            <a:ext cx="3629666" cy="40575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266700" dir="5400000" sx="97000" sy="97000" algn="t" rotWithShape="0">
              <a:prstClr val="black">
                <a:alpha val="15000"/>
              </a:prstClr>
            </a:outerShdw>
            <a:reflection blurRad="6350" stA="61000" endPos="4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50A8F20B-A4E0-FDB9-F3AB-4F7682A217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F63A36-0CF6-EC6F-EDDB-17B9A6AF1A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48515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21BC48-DCA3-53F7-E2FD-CEC93E6DA6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2A8256C-2C81-5237-829C-035E76C774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84218" y="-1680117"/>
            <a:ext cx="14075790" cy="8524215"/>
          </a:xfrm>
          <a:prstGeom prst="rect">
            <a:avLst/>
          </a:prstGeom>
          <a:effectLst/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9D462AE-3380-EFE3-1359-93F795FB192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4345663" cy="685800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5760726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688" y="1100781"/>
            <a:ext cx="6940710" cy="519097"/>
          </a:xfrm>
        </p:spPr>
        <p:txBody>
          <a:bodyPr>
            <a:normAutofit/>
          </a:bodyPr>
          <a:lstStyle>
            <a:lvl1pPr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5D737-52BE-F84E-0F61-FF96616AB94C}"/>
              </a:ext>
            </a:extLst>
          </p:cNvPr>
          <p:cNvSpPr/>
          <p:nvPr userDrawn="1"/>
        </p:nvSpPr>
        <p:spPr>
          <a:xfrm rot="16200000" flipH="1">
            <a:off x="8045191" y="-1684864"/>
            <a:ext cx="86707" cy="6953711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E7546C7-5D18-665D-E3C5-7FF859E722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5923" y="1942402"/>
            <a:ext cx="3419475" cy="4327525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2C7ACD0-4AEB-A82D-A730-071D8070B1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11688" y="1943100"/>
            <a:ext cx="3419475" cy="4327525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C8003264-A3AE-9E2D-2D8C-D61B34B9D00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8222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FB1F5FE9-CB50-A778-AF3F-FEB1B1E65B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6" y="5982359"/>
            <a:ext cx="553255" cy="718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662238-B0B3-9C67-031B-E57DACDC7C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956227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e Contra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37E0EA-AAB0-7789-73FE-0E701A9DB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88B23C-DCD3-9B42-97A1-F789727EBE53}"/>
              </a:ext>
            </a:extLst>
          </p:cNvPr>
          <p:cNvSpPr/>
          <p:nvPr userDrawn="1"/>
        </p:nvSpPr>
        <p:spPr>
          <a:xfrm>
            <a:off x="223569" y="144806"/>
            <a:ext cx="11754932" cy="6584952"/>
          </a:xfrm>
          <a:prstGeom prst="rect">
            <a:avLst/>
          </a:prstGeom>
          <a:noFill/>
          <a:ln w="25400">
            <a:solidFill>
              <a:srgbClr val="FFD5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BA4C9B4-BA18-89DB-D0A0-E88FACCBA096}"/>
              </a:ext>
            </a:extLst>
          </p:cNvPr>
          <p:cNvSpPr/>
          <p:nvPr userDrawn="1"/>
        </p:nvSpPr>
        <p:spPr>
          <a:xfrm>
            <a:off x="10105429" y="668259"/>
            <a:ext cx="3124595" cy="5943775"/>
          </a:xfrm>
          <a:custGeom>
            <a:avLst/>
            <a:gdLst>
              <a:gd name="connsiteX0" fmla="*/ 2984501 w 3124595"/>
              <a:gd name="connsiteY0" fmla="*/ 0 h 5969002"/>
              <a:gd name="connsiteX1" fmla="*/ 3124595 w 3124595"/>
              <a:gd name="connsiteY1" fmla="*/ 3542 h 5969002"/>
              <a:gd name="connsiteX2" fmla="*/ 3124595 w 3124595"/>
              <a:gd name="connsiteY2" fmla="*/ 1306857 h 5969002"/>
              <a:gd name="connsiteX3" fmla="*/ 2984501 w 3124595"/>
              <a:gd name="connsiteY3" fmla="*/ 1299783 h 5969002"/>
              <a:gd name="connsiteX4" fmla="*/ 1299783 w 3124595"/>
              <a:gd name="connsiteY4" fmla="*/ 2984501 h 5969002"/>
              <a:gd name="connsiteX5" fmla="*/ 2984501 w 3124595"/>
              <a:gd name="connsiteY5" fmla="*/ 4669219 h 5969002"/>
              <a:gd name="connsiteX6" fmla="*/ 3124595 w 3124595"/>
              <a:gd name="connsiteY6" fmla="*/ 4662145 h 5969002"/>
              <a:gd name="connsiteX7" fmla="*/ 3124595 w 3124595"/>
              <a:gd name="connsiteY7" fmla="*/ 5965460 h 5969002"/>
              <a:gd name="connsiteX8" fmla="*/ 2984501 w 3124595"/>
              <a:gd name="connsiteY8" fmla="*/ 5969002 h 5969002"/>
              <a:gd name="connsiteX9" fmla="*/ 0 w 3124595"/>
              <a:gd name="connsiteY9" fmla="*/ 2984501 h 5969002"/>
              <a:gd name="connsiteX10" fmla="*/ 2984501 w 3124595"/>
              <a:gd name="connsiteY10" fmla="*/ 0 h 596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24595" h="5969002">
                <a:moveTo>
                  <a:pt x="2984501" y="0"/>
                </a:moveTo>
                <a:lnTo>
                  <a:pt x="3124595" y="3542"/>
                </a:lnTo>
                <a:lnTo>
                  <a:pt x="3124595" y="1306857"/>
                </a:lnTo>
                <a:lnTo>
                  <a:pt x="2984501" y="1299783"/>
                </a:lnTo>
                <a:cubicBezTo>
                  <a:pt x="2054057" y="1299783"/>
                  <a:pt x="1299783" y="2054057"/>
                  <a:pt x="1299783" y="2984501"/>
                </a:cubicBezTo>
                <a:cubicBezTo>
                  <a:pt x="1299783" y="3914945"/>
                  <a:pt x="2054057" y="4669219"/>
                  <a:pt x="2984501" y="4669219"/>
                </a:cubicBezTo>
                <a:lnTo>
                  <a:pt x="3124595" y="4662145"/>
                </a:lnTo>
                <a:lnTo>
                  <a:pt x="3124595" y="5965460"/>
                </a:lnTo>
                <a:lnTo>
                  <a:pt x="2984501" y="5969002"/>
                </a:lnTo>
                <a:cubicBezTo>
                  <a:pt x="1336207" y="5969002"/>
                  <a:pt x="0" y="4632796"/>
                  <a:pt x="0" y="2984501"/>
                </a:cubicBezTo>
                <a:cubicBezTo>
                  <a:pt x="0" y="1336207"/>
                  <a:pt x="1336207" y="0"/>
                  <a:pt x="2984501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0000"/>
                </a:schemeClr>
              </a:gs>
              <a:gs pos="100000">
                <a:srgbClr val="D9D9D9">
                  <a:alpha val="10980"/>
                </a:srgbClr>
              </a:gs>
            </a:gsLst>
            <a:lin ang="5400000" scaled="1"/>
          </a:gradFill>
          <a:ln>
            <a:solidFill>
              <a:schemeClr val="bg1">
                <a:alpha val="40000"/>
              </a:schemeClr>
            </a:solidFill>
          </a:ln>
          <a:effectLst>
            <a:outerShdw blurRad="76200" dist="304800" dir="5400000" algn="t" rotWithShape="0">
              <a:schemeClr val="accent1">
                <a:lumMod val="75000"/>
                <a:alpha val="6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16" name="Insert Picture Here.png">
            <a:extLst>
              <a:ext uri="{FF2B5EF4-FFF2-40B4-BE49-F238E27FC236}">
                <a16:creationId xmlns:a16="http://schemas.microsoft.com/office/drawing/2014/main" id="{CAFCC6DB-247B-8E70-AA7B-AFDFD67B9A1E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1069814" y="1536735"/>
            <a:ext cx="2186478" cy="1718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1079790" y="5037252"/>
              <a:ext cx="2867968" cy="215478"/>
              <a:chOff x="684935" y="6087595"/>
              <a:chExt cx="2867968" cy="215478"/>
            </a:xfrm>
            <a:grpFill/>
            <a:effectLst/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FA98CE-1003-86AC-B52F-899606E23756}"/>
                  </a:ext>
                </a:extLst>
              </p:cNvPr>
              <p:cNvSpPr txBox="1"/>
              <p:nvPr/>
            </p:nvSpPr>
            <p:spPr>
              <a:xfrm>
                <a:off x="684935" y="6087595"/>
                <a:ext cx="569387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id-ID" sz="800" b="1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202</a:t>
                </a:r>
                <a:r>
                  <a:rPr lang="en-US" sz="800" b="1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5</a:t>
                </a:r>
                <a:endParaRPr lang="id-ID" sz="800" b="1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52" y="3297089"/>
            <a:ext cx="3767254" cy="794692"/>
          </a:xfrm>
        </p:spPr>
        <p:txBody>
          <a:bodyPr>
            <a:normAutofit/>
          </a:bodyPr>
          <a:lstStyle>
            <a:lvl1pPr>
              <a:defRPr sz="24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5D737-52BE-F84E-0F61-FF96616AB94C}"/>
              </a:ext>
            </a:extLst>
          </p:cNvPr>
          <p:cNvSpPr/>
          <p:nvPr userDrawn="1"/>
        </p:nvSpPr>
        <p:spPr>
          <a:xfrm rot="16200000" flipH="1">
            <a:off x="2121282" y="2266384"/>
            <a:ext cx="62935" cy="3787914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5E9575F-55D1-E73E-3E18-66C3B3EFC0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31E69F3-E62A-B4CB-8B83-AF1068ACF2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9401" y="4259613"/>
            <a:ext cx="3767305" cy="2010313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Insert Picture Here.png">
            <a:extLst>
              <a:ext uri="{FF2B5EF4-FFF2-40B4-BE49-F238E27FC236}">
                <a16:creationId xmlns:a16="http://schemas.microsoft.com/office/drawing/2014/main" id="{06DD5A48-8902-4405-34D6-2E96EB4255EE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5001626" y="1536735"/>
            <a:ext cx="2186478" cy="1718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CA7E28-AB75-485C-AE94-98830E3FE955}"/>
              </a:ext>
            </a:extLst>
          </p:cNvPr>
          <p:cNvSpPr/>
          <p:nvPr userDrawn="1"/>
        </p:nvSpPr>
        <p:spPr>
          <a:xfrm rot="16200000" flipH="1">
            <a:off x="6053094" y="2266384"/>
            <a:ext cx="62935" cy="3787914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3E4B747A-5C0F-4DE5-9332-28E0A128CF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11213" y="4259613"/>
            <a:ext cx="3767305" cy="2010313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Insert Picture Here.png">
            <a:extLst>
              <a:ext uri="{FF2B5EF4-FFF2-40B4-BE49-F238E27FC236}">
                <a16:creationId xmlns:a16="http://schemas.microsoft.com/office/drawing/2014/main" id="{21C73D14-A4C7-B5CB-B687-C30702FF3D53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8957341" y="1536735"/>
            <a:ext cx="2186478" cy="1718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641B98-466E-08DE-567A-E42F20715332}"/>
              </a:ext>
            </a:extLst>
          </p:cNvPr>
          <p:cNvSpPr/>
          <p:nvPr userDrawn="1"/>
        </p:nvSpPr>
        <p:spPr>
          <a:xfrm rot="16200000" flipH="1">
            <a:off x="10008809" y="2266384"/>
            <a:ext cx="62935" cy="3787914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B95C131-369A-65F2-BE32-966BEE568D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66928" y="4259613"/>
            <a:ext cx="3767305" cy="2010313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Title 8">
            <a:extLst>
              <a:ext uri="{FF2B5EF4-FFF2-40B4-BE49-F238E27FC236}">
                <a16:creationId xmlns:a16="http://schemas.microsoft.com/office/drawing/2014/main" id="{60117342-D43D-A05F-EA17-516DFEA215D2}"/>
              </a:ext>
            </a:extLst>
          </p:cNvPr>
          <p:cNvSpPr txBox="1">
            <a:spLocks/>
          </p:cNvSpPr>
          <p:nvPr userDrawn="1"/>
        </p:nvSpPr>
        <p:spPr>
          <a:xfrm>
            <a:off x="277098" y="588395"/>
            <a:ext cx="6911005" cy="638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US Army" panose="020B050603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2766A17-BE10-52B9-D8C2-073CA319C6C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56693" y="3284919"/>
            <a:ext cx="3755856" cy="806863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US Army" panose="020B050603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081ED5ED-CA28-1E90-D741-5BC90795F17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0977" y="3297090"/>
            <a:ext cx="3787915" cy="794692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US Army" panose="020B050603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3B17CD-0CC8-E00C-A138-FDF88F0CC8A8}"/>
              </a:ext>
            </a:extLst>
          </p:cNvPr>
          <p:cNvSpPr/>
          <p:nvPr userDrawn="1"/>
        </p:nvSpPr>
        <p:spPr>
          <a:xfrm>
            <a:off x="11060349" y="294944"/>
            <a:ext cx="682819" cy="701666"/>
          </a:xfrm>
          <a:custGeom>
            <a:avLst/>
            <a:gdLst>
              <a:gd name="connsiteX0" fmla="*/ 1550109 w 1576226"/>
              <a:gd name="connsiteY0" fmla="*/ 1588006 h 1640228"/>
              <a:gd name="connsiteX1" fmla="*/ 1576220 w 1576226"/>
              <a:gd name="connsiteY1" fmla="*/ 1614117 h 1640228"/>
              <a:gd name="connsiteX2" fmla="*/ 1550109 w 1576226"/>
              <a:gd name="connsiteY2" fmla="*/ 1640228 h 1640228"/>
              <a:gd name="connsiteX3" fmla="*/ 1523998 w 1576226"/>
              <a:gd name="connsiteY3" fmla="*/ 1614117 h 1640228"/>
              <a:gd name="connsiteX4" fmla="*/ 1550109 w 1576226"/>
              <a:gd name="connsiteY4" fmla="*/ 1588006 h 1640228"/>
              <a:gd name="connsiteX5" fmla="*/ 1332395 w 1576226"/>
              <a:gd name="connsiteY5" fmla="*/ 1588006 h 1640228"/>
              <a:gd name="connsiteX6" fmla="*/ 1358506 w 1576226"/>
              <a:gd name="connsiteY6" fmla="*/ 1614117 h 1640228"/>
              <a:gd name="connsiteX7" fmla="*/ 1332395 w 1576226"/>
              <a:gd name="connsiteY7" fmla="*/ 1640228 h 1640228"/>
              <a:gd name="connsiteX8" fmla="*/ 1306284 w 1576226"/>
              <a:gd name="connsiteY8" fmla="*/ 1614117 h 1640228"/>
              <a:gd name="connsiteX9" fmla="*/ 1332395 w 1576226"/>
              <a:gd name="connsiteY9" fmla="*/ 1588006 h 1640228"/>
              <a:gd name="connsiteX10" fmla="*/ 1114682 w 1576226"/>
              <a:gd name="connsiteY10" fmla="*/ 1588006 h 1640228"/>
              <a:gd name="connsiteX11" fmla="*/ 1140793 w 1576226"/>
              <a:gd name="connsiteY11" fmla="*/ 1614117 h 1640228"/>
              <a:gd name="connsiteX12" fmla="*/ 1114682 w 1576226"/>
              <a:gd name="connsiteY12" fmla="*/ 1640228 h 1640228"/>
              <a:gd name="connsiteX13" fmla="*/ 1088571 w 1576226"/>
              <a:gd name="connsiteY13" fmla="*/ 1614117 h 1640228"/>
              <a:gd name="connsiteX14" fmla="*/ 1114682 w 1576226"/>
              <a:gd name="connsiteY14" fmla="*/ 1588006 h 1640228"/>
              <a:gd name="connsiteX15" fmla="*/ 896968 w 1576226"/>
              <a:gd name="connsiteY15" fmla="*/ 1588006 h 1640228"/>
              <a:gd name="connsiteX16" fmla="*/ 923079 w 1576226"/>
              <a:gd name="connsiteY16" fmla="*/ 1614117 h 1640228"/>
              <a:gd name="connsiteX17" fmla="*/ 896968 w 1576226"/>
              <a:gd name="connsiteY17" fmla="*/ 1640228 h 1640228"/>
              <a:gd name="connsiteX18" fmla="*/ 870857 w 1576226"/>
              <a:gd name="connsiteY18" fmla="*/ 1614117 h 1640228"/>
              <a:gd name="connsiteX19" fmla="*/ 896968 w 1576226"/>
              <a:gd name="connsiteY19" fmla="*/ 1588006 h 1640228"/>
              <a:gd name="connsiteX20" fmla="*/ 679253 w 1576226"/>
              <a:gd name="connsiteY20" fmla="*/ 1588006 h 1640228"/>
              <a:gd name="connsiteX21" fmla="*/ 705364 w 1576226"/>
              <a:gd name="connsiteY21" fmla="*/ 1614117 h 1640228"/>
              <a:gd name="connsiteX22" fmla="*/ 679253 w 1576226"/>
              <a:gd name="connsiteY22" fmla="*/ 1640228 h 1640228"/>
              <a:gd name="connsiteX23" fmla="*/ 653142 w 1576226"/>
              <a:gd name="connsiteY23" fmla="*/ 1614117 h 1640228"/>
              <a:gd name="connsiteX24" fmla="*/ 679253 w 1576226"/>
              <a:gd name="connsiteY24" fmla="*/ 1588006 h 1640228"/>
              <a:gd name="connsiteX25" fmla="*/ 461539 w 1576226"/>
              <a:gd name="connsiteY25" fmla="*/ 1588006 h 1640228"/>
              <a:gd name="connsiteX26" fmla="*/ 487650 w 1576226"/>
              <a:gd name="connsiteY26" fmla="*/ 1614117 h 1640228"/>
              <a:gd name="connsiteX27" fmla="*/ 461539 w 1576226"/>
              <a:gd name="connsiteY27" fmla="*/ 1640228 h 1640228"/>
              <a:gd name="connsiteX28" fmla="*/ 435428 w 1576226"/>
              <a:gd name="connsiteY28" fmla="*/ 1614117 h 1640228"/>
              <a:gd name="connsiteX29" fmla="*/ 461539 w 1576226"/>
              <a:gd name="connsiteY29" fmla="*/ 1588006 h 1640228"/>
              <a:gd name="connsiteX30" fmla="*/ 243825 w 1576226"/>
              <a:gd name="connsiteY30" fmla="*/ 1588006 h 1640228"/>
              <a:gd name="connsiteX31" fmla="*/ 269936 w 1576226"/>
              <a:gd name="connsiteY31" fmla="*/ 1614117 h 1640228"/>
              <a:gd name="connsiteX32" fmla="*/ 243825 w 1576226"/>
              <a:gd name="connsiteY32" fmla="*/ 1640228 h 1640228"/>
              <a:gd name="connsiteX33" fmla="*/ 217714 w 1576226"/>
              <a:gd name="connsiteY33" fmla="*/ 1614117 h 1640228"/>
              <a:gd name="connsiteX34" fmla="*/ 243825 w 1576226"/>
              <a:gd name="connsiteY34" fmla="*/ 1588006 h 1640228"/>
              <a:gd name="connsiteX35" fmla="*/ 26111 w 1576226"/>
              <a:gd name="connsiteY35" fmla="*/ 1588006 h 1640228"/>
              <a:gd name="connsiteX36" fmla="*/ 52222 w 1576226"/>
              <a:gd name="connsiteY36" fmla="*/ 1614117 h 1640228"/>
              <a:gd name="connsiteX37" fmla="*/ 26111 w 1576226"/>
              <a:gd name="connsiteY37" fmla="*/ 1640228 h 1640228"/>
              <a:gd name="connsiteX38" fmla="*/ 0 w 1576226"/>
              <a:gd name="connsiteY38" fmla="*/ 1614117 h 1640228"/>
              <a:gd name="connsiteX39" fmla="*/ 26111 w 1576226"/>
              <a:gd name="connsiteY39" fmla="*/ 1588006 h 1640228"/>
              <a:gd name="connsiteX40" fmla="*/ 1550110 w 1576226"/>
              <a:gd name="connsiteY40" fmla="*/ 1361148 h 1640228"/>
              <a:gd name="connsiteX41" fmla="*/ 1576221 w 1576226"/>
              <a:gd name="connsiteY41" fmla="*/ 1387259 h 1640228"/>
              <a:gd name="connsiteX42" fmla="*/ 1550110 w 1576226"/>
              <a:gd name="connsiteY42" fmla="*/ 1413370 h 1640228"/>
              <a:gd name="connsiteX43" fmla="*/ 1523999 w 1576226"/>
              <a:gd name="connsiteY43" fmla="*/ 1387259 h 1640228"/>
              <a:gd name="connsiteX44" fmla="*/ 1550110 w 1576226"/>
              <a:gd name="connsiteY44" fmla="*/ 1361148 h 1640228"/>
              <a:gd name="connsiteX45" fmla="*/ 1332396 w 1576226"/>
              <a:gd name="connsiteY45" fmla="*/ 1361148 h 1640228"/>
              <a:gd name="connsiteX46" fmla="*/ 1358507 w 1576226"/>
              <a:gd name="connsiteY46" fmla="*/ 1387259 h 1640228"/>
              <a:gd name="connsiteX47" fmla="*/ 1332396 w 1576226"/>
              <a:gd name="connsiteY47" fmla="*/ 1413370 h 1640228"/>
              <a:gd name="connsiteX48" fmla="*/ 1306285 w 1576226"/>
              <a:gd name="connsiteY48" fmla="*/ 1387259 h 1640228"/>
              <a:gd name="connsiteX49" fmla="*/ 1332396 w 1576226"/>
              <a:gd name="connsiteY49" fmla="*/ 1361148 h 1640228"/>
              <a:gd name="connsiteX50" fmla="*/ 1114683 w 1576226"/>
              <a:gd name="connsiteY50" fmla="*/ 1361148 h 1640228"/>
              <a:gd name="connsiteX51" fmla="*/ 1140794 w 1576226"/>
              <a:gd name="connsiteY51" fmla="*/ 1387259 h 1640228"/>
              <a:gd name="connsiteX52" fmla="*/ 1114683 w 1576226"/>
              <a:gd name="connsiteY52" fmla="*/ 1413370 h 1640228"/>
              <a:gd name="connsiteX53" fmla="*/ 1088572 w 1576226"/>
              <a:gd name="connsiteY53" fmla="*/ 1387259 h 1640228"/>
              <a:gd name="connsiteX54" fmla="*/ 1114683 w 1576226"/>
              <a:gd name="connsiteY54" fmla="*/ 1361148 h 1640228"/>
              <a:gd name="connsiteX55" fmla="*/ 896969 w 1576226"/>
              <a:gd name="connsiteY55" fmla="*/ 1361148 h 1640228"/>
              <a:gd name="connsiteX56" fmla="*/ 923080 w 1576226"/>
              <a:gd name="connsiteY56" fmla="*/ 1387259 h 1640228"/>
              <a:gd name="connsiteX57" fmla="*/ 896969 w 1576226"/>
              <a:gd name="connsiteY57" fmla="*/ 1413370 h 1640228"/>
              <a:gd name="connsiteX58" fmla="*/ 870858 w 1576226"/>
              <a:gd name="connsiteY58" fmla="*/ 1387259 h 1640228"/>
              <a:gd name="connsiteX59" fmla="*/ 896969 w 1576226"/>
              <a:gd name="connsiteY59" fmla="*/ 1361148 h 1640228"/>
              <a:gd name="connsiteX60" fmla="*/ 679254 w 1576226"/>
              <a:gd name="connsiteY60" fmla="*/ 1361148 h 1640228"/>
              <a:gd name="connsiteX61" fmla="*/ 705365 w 1576226"/>
              <a:gd name="connsiteY61" fmla="*/ 1387259 h 1640228"/>
              <a:gd name="connsiteX62" fmla="*/ 679254 w 1576226"/>
              <a:gd name="connsiteY62" fmla="*/ 1413370 h 1640228"/>
              <a:gd name="connsiteX63" fmla="*/ 653143 w 1576226"/>
              <a:gd name="connsiteY63" fmla="*/ 1387259 h 1640228"/>
              <a:gd name="connsiteX64" fmla="*/ 679254 w 1576226"/>
              <a:gd name="connsiteY64" fmla="*/ 1361148 h 1640228"/>
              <a:gd name="connsiteX65" fmla="*/ 461540 w 1576226"/>
              <a:gd name="connsiteY65" fmla="*/ 1361148 h 1640228"/>
              <a:gd name="connsiteX66" fmla="*/ 487651 w 1576226"/>
              <a:gd name="connsiteY66" fmla="*/ 1387259 h 1640228"/>
              <a:gd name="connsiteX67" fmla="*/ 461540 w 1576226"/>
              <a:gd name="connsiteY67" fmla="*/ 1413370 h 1640228"/>
              <a:gd name="connsiteX68" fmla="*/ 435429 w 1576226"/>
              <a:gd name="connsiteY68" fmla="*/ 1387259 h 1640228"/>
              <a:gd name="connsiteX69" fmla="*/ 461540 w 1576226"/>
              <a:gd name="connsiteY69" fmla="*/ 1361148 h 1640228"/>
              <a:gd name="connsiteX70" fmla="*/ 243826 w 1576226"/>
              <a:gd name="connsiteY70" fmla="*/ 1361148 h 1640228"/>
              <a:gd name="connsiteX71" fmla="*/ 269937 w 1576226"/>
              <a:gd name="connsiteY71" fmla="*/ 1387259 h 1640228"/>
              <a:gd name="connsiteX72" fmla="*/ 243826 w 1576226"/>
              <a:gd name="connsiteY72" fmla="*/ 1413370 h 1640228"/>
              <a:gd name="connsiteX73" fmla="*/ 217715 w 1576226"/>
              <a:gd name="connsiteY73" fmla="*/ 1387259 h 1640228"/>
              <a:gd name="connsiteX74" fmla="*/ 243826 w 1576226"/>
              <a:gd name="connsiteY74" fmla="*/ 1361148 h 1640228"/>
              <a:gd name="connsiteX75" fmla="*/ 26112 w 1576226"/>
              <a:gd name="connsiteY75" fmla="*/ 1361148 h 1640228"/>
              <a:gd name="connsiteX76" fmla="*/ 52223 w 1576226"/>
              <a:gd name="connsiteY76" fmla="*/ 1387259 h 1640228"/>
              <a:gd name="connsiteX77" fmla="*/ 26112 w 1576226"/>
              <a:gd name="connsiteY77" fmla="*/ 1413370 h 1640228"/>
              <a:gd name="connsiteX78" fmla="*/ 1 w 1576226"/>
              <a:gd name="connsiteY78" fmla="*/ 1387259 h 1640228"/>
              <a:gd name="connsiteX79" fmla="*/ 26112 w 1576226"/>
              <a:gd name="connsiteY79" fmla="*/ 1361148 h 1640228"/>
              <a:gd name="connsiteX80" fmla="*/ 1550111 w 1576226"/>
              <a:gd name="connsiteY80" fmla="*/ 1134290 h 1640228"/>
              <a:gd name="connsiteX81" fmla="*/ 1576222 w 1576226"/>
              <a:gd name="connsiteY81" fmla="*/ 1160401 h 1640228"/>
              <a:gd name="connsiteX82" fmla="*/ 1550111 w 1576226"/>
              <a:gd name="connsiteY82" fmla="*/ 1186512 h 1640228"/>
              <a:gd name="connsiteX83" fmla="*/ 1524000 w 1576226"/>
              <a:gd name="connsiteY83" fmla="*/ 1160401 h 1640228"/>
              <a:gd name="connsiteX84" fmla="*/ 1550111 w 1576226"/>
              <a:gd name="connsiteY84" fmla="*/ 1134290 h 1640228"/>
              <a:gd name="connsiteX85" fmla="*/ 1332397 w 1576226"/>
              <a:gd name="connsiteY85" fmla="*/ 1134290 h 1640228"/>
              <a:gd name="connsiteX86" fmla="*/ 1358508 w 1576226"/>
              <a:gd name="connsiteY86" fmla="*/ 1160401 h 1640228"/>
              <a:gd name="connsiteX87" fmla="*/ 1332397 w 1576226"/>
              <a:gd name="connsiteY87" fmla="*/ 1186512 h 1640228"/>
              <a:gd name="connsiteX88" fmla="*/ 1306286 w 1576226"/>
              <a:gd name="connsiteY88" fmla="*/ 1160401 h 1640228"/>
              <a:gd name="connsiteX89" fmla="*/ 1332397 w 1576226"/>
              <a:gd name="connsiteY89" fmla="*/ 1134290 h 1640228"/>
              <a:gd name="connsiteX90" fmla="*/ 1114684 w 1576226"/>
              <a:gd name="connsiteY90" fmla="*/ 1134290 h 1640228"/>
              <a:gd name="connsiteX91" fmla="*/ 1140795 w 1576226"/>
              <a:gd name="connsiteY91" fmla="*/ 1160401 h 1640228"/>
              <a:gd name="connsiteX92" fmla="*/ 1114684 w 1576226"/>
              <a:gd name="connsiteY92" fmla="*/ 1186512 h 1640228"/>
              <a:gd name="connsiteX93" fmla="*/ 1088573 w 1576226"/>
              <a:gd name="connsiteY93" fmla="*/ 1160401 h 1640228"/>
              <a:gd name="connsiteX94" fmla="*/ 1114684 w 1576226"/>
              <a:gd name="connsiteY94" fmla="*/ 1134290 h 1640228"/>
              <a:gd name="connsiteX95" fmla="*/ 896970 w 1576226"/>
              <a:gd name="connsiteY95" fmla="*/ 1134290 h 1640228"/>
              <a:gd name="connsiteX96" fmla="*/ 923081 w 1576226"/>
              <a:gd name="connsiteY96" fmla="*/ 1160401 h 1640228"/>
              <a:gd name="connsiteX97" fmla="*/ 896970 w 1576226"/>
              <a:gd name="connsiteY97" fmla="*/ 1186512 h 1640228"/>
              <a:gd name="connsiteX98" fmla="*/ 870859 w 1576226"/>
              <a:gd name="connsiteY98" fmla="*/ 1160401 h 1640228"/>
              <a:gd name="connsiteX99" fmla="*/ 896970 w 1576226"/>
              <a:gd name="connsiteY99" fmla="*/ 1134290 h 1640228"/>
              <a:gd name="connsiteX100" fmla="*/ 679255 w 1576226"/>
              <a:gd name="connsiteY100" fmla="*/ 1134290 h 1640228"/>
              <a:gd name="connsiteX101" fmla="*/ 705366 w 1576226"/>
              <a:gd name="connsiteY101" fmla="*/ 1160401 h 1640228"/>
              <a:gd name="connsiteX102" fmla="*/ 679255 w 1576226"/>
              <a:gd name="connsiteY102" fmla="*/ 1186512 h 1640228"/>
              <a:gd name="connsiteX103" fmla="*/ 653144 w 1576226"/>
              <a:gd name="connsiteY103" fmla="*/ 1160401 h 1640228"/>
              <a:gd name="connsiteX104" fmla="*/ 679255 w 1576226"/>
              <a:gd name="connsiteY104" fmla="*/ 1134290 h 1640228"/>
              <a:gd name="connsiteX105" fmla="*/ 461541 w 1576226"/>
              <a:gd name="connsiteY105" fmla="*/ 1134290 h 1640228"/>
              <a:gd name="connsiteX106" fmla="*/ 487652 w 1576226"/>
              <a:gd name="connsiteY106" fmla="*/ 1160401 h 1640228"/>
              <a:gd name="connsiteX107" fmla="*/ 461541 w 1576226"/>
              <a:gd name="connsiteY107" fmla="*/ 1186512 h 1640228"/>
              <a:gd name="connsiteX108" fmla="*/ 435430 w 1576226"/>
              <a:gd name="connsiteY108" fmla="*/ 1160401 h 1640228"/>
              <a:gd name="connsiteX109" fmla="*/ 461541 w 1576226"/>
              <a:gd name="connsiteY109" fmla="*/ 1134290 h 1640228"/>
              <a:gd name="connsiteX110" fmla="*/ 243827 w 1576226"/>
              <a:gd name="connsiteY110" fmla="*/ 1134290 h 1640228"/>
              <a:gd name="connsiteX111" fmla="*/ 269938 w 1576226"/>
              <a:gd name="connsiteY111" fmla="*/ 1160401 h 1640228"/>
              <a:gd name="connsiteX112" fmla="*/ 243827 w 1576226"/>
              <a:gd name="connsiteY112" fmla="*/ 1186512 h 1640228"/>
              <a:gd name="connsiteX113" fmla="*/ 217716 w 1576226"/>
              <a:gd name="connsiteY113" fmla="*/ 1160401 h 1640228"/>
              <a:gd name="connsiteX114" fmla="*/ 243827 w 1576226"/>
              <a:gd name="connsiteY114" fmla="*/ 1134290 h 1640228"/>
              <a:gd name="connsiteX115" fmla="*/ 26113 w 1576226"/>
              <a:gd name="connsiteY115" fmla="*/ 1134290 h 1640228"/>
              <a:gd name="connsiteX116" fmla="*/ 52224 w 1576226"/>
              <a:gd name="connsiteY116" fmla="*/ 1160401 h 1640228"/>
              <a:gd name="connsiteX117" fmla="*/ 26113 w 1576226"/>
              <a:gd name="connsiteY117" fmla="*/ 1186512 h 1640228"/>
              <a:gd name="connsiteX118" fmla="*/ 2 w 1576226"/>
              <a:gd name="connsiteY118" fmla="*/ 1160401 h 1640228"/>
              <a:gd name="connsiteX119" fmla="*/ 26113 w 1576226"/>
              <a:gd name="connsiteY119" fmla="*/ 1134290 h 1640228"/>
              <a:gd name="connsiteX120" fmla="*/ 1550112 w 1576226"/>
              <a:gd name="connsiteY120" fmla="*/ 907432 h 1640228"/>
              <a:gd name="connsiteX121" fmla="*/ 1576223 w 1576226"/>
              <a:gd name="connsiteY121" fmla="*/ 933543 h 1640228"/>
              <a:gd name="connsiteX122" fmla="*/ 1550112 w 1576226"/>
              <a:gd name="connsiteY122" fmla="*/ 959654 h 1640228"/>
              <a:gd name="connsiteX123" fmla="*/ 1524001 w 1576226"/>
              <a:gd name="connsiteY123" fmla="*/ 933543 h 1640228"/>
              <a:gd name="connsiteX124" fmla="*/ 1550112 w 1576226"/>
              <a:gd name="connsiteY124" fmla="*/ 907432 h 1640228"/>
              <a:gd name="connsiteX125" fmla="*/ 1332398 w 1576226"/>
              <a:gd name="connsiteY125" fmla="*/ 907432 h 1640228"/>
              <a:gd name="connsiteX126" fmla="*/ 1358509 w 1576226"/>
              <a:gd name="connsiteY126" fmla="*/ 933543 h 1640228"/>
              <a:gd name="connsiteX127" fmla="*/ 1332398 w 1576226"/>
              <a:gd name="connsiteY127" fmla="*/ 959654 h 1640228"/>
              <a:gd name="connsiteX128" fmla="*/ 1306287 w 1576226"/>
              <a:gd name="connsiteY128" fmla="*/ 933543 h 1640228"/>
              <a:gd name="connsiteX129" fmla="*/ 1332398 w 1576226"/>
              <a:gd name="connsiteY129" fmla="*/ 907432 h 1640228"/>
              <a:gd name="connsiteX130" fmla="*/ 1114685 w 1576226"/>
              <a:gd name="connsiteY130" fmla="*/ 907432 h 1640228"/>
              <a:gd name="connsiteX131" fmla="*/ 1140796 w 1576226"/>
              <a:gd name="connsiteY131" fmla="*/ 933543 h 1640228"/>
              <a:gd name="connsiteX132" fmla="*/ 1114685 w 1576226"/>
              <a:gd name="connsiteY132" fmla="*/ 959654 h 1640228"/>
              <a:gd name="connsiteX133" fmla="*/ 1088574 w 1576226"/>
              <a:gd name="connsiteY133" fmla="*/ 933543 h 1640228"/>
              <a:gd name="connsiteX134" fmla="*/ 1114685 w 1576226"/>
              <a:gd name="connsiteY134" fmla="*/ 907432 h 1640228"/>
              <a:gd name="connsiteX135" fmla="*/ 896971 w 1576226"/>
              <a:gd name="connsiteY135" fmla="*/ 907432 h 1640228"/>
              <a:gd name="connsiteX136" fmla="*/ 923082 w 1576226"/>
              <a:gd name="connsiteY136" fmla="*/ 933543 h 1640228"/>
              <a:gd name="connsiteX137" fmla="*/ 896971 w 1576226"/>
              <a:gd name="connsiteY137" fmla="*/ 959654 h 1640228"/>
              <a:gd name="connsiteX138" fmla="*/ 870860 w 1576226"/>
              <a:gd name="connsiteY138" fmla="*/ 933543 h 1640228"/>
              <a:gd name="connsiteX139" fmla="*/ 896971 w 1576226"/>
              <a:gd name="connsiteY139" fmla="*/ 907432 h 1640228"/>
              <a:gd name="connsiteX140" fmla="*/ 679256 w 1576226"/>
              <a:gd name="connsiteY140" fmla="*/ 907432 h 1640228"/>
              <a:gd name="connsiteX141" fmla="*/ 705367 w 1576226"/>
              <a:gd name="connsiteY141" fmla="*/ 933543 h 1640228"/>
              <a:gd name="connsiteX142" fmla="*/ 679256 w 1576226"/>
              <a:gd name="connsiteY142" fmla="*/ 959654 h 1640228"/>
              <a:gd name="connsiteX143" fmla="*/ 653145 w 1576226"/>
              <a:gd name="connsiteY143" fmla="*/ 933543 h 1640228"/>
              <a:gd name="connsiteX144" fmla="*/ 679256 w 1576226"/>
              <a:gd name="connsiteY144" fmla="*/ 907432 h 1640228"/>
              <a:gd name="connsiteX145" fmla="*/ 461542 w 1576226"/>
              <a:gd name="connsiteY145" fmla="*/ 907432 h 1640228"/>
              <a:gd name="connsiteX146" fmla="*/ 487653 w 1576226"/>
              <a:gd name="connsiteY146" fmla="*/ 933543 h 1640228"/>
              <a:gd name="connsiteX147" fmla="*/ 461542 w 1576226"/>
              <a:gd name="connsiteY147" fmla="*/ 959654 h 1640228"/>
              <a:gd name="connsiteX148" fmla="*/ 435431 w 1576226"/>
              <a:gd name="connsiteY148" fmla="*/ 933543 h 1640228"/>
              <a:gd name="connsiteX149" fmla="*/ 461542 w 1576226"/>
              <a:gd name="connsiteY149" fmla="*/ 907432 h 1640228"/>
              <a:gd name="connsiteX150" fmla="*/ 243828 w 1576226"/>
              <a:gd name="connsiteY150" fmla="*/ 907432 h 1640228"/>
              <a:gd name="connsiteX151" fmla="*/ 269939 w 1576226"/>
              <a:gd name="connsiteY151" fmla="*/ 933543 h 1640228"/>
              <a:gd name="connsiteX152" fmla="*/ 243828 w 1576226"/>
              <a:gd name="connsiteY152" fmla="*/ 959654 h 1640228"/>
              <a:gd name="connsiteX153" fmla="*/ 217717 w 1576226"/>
              <a:gd name="connsiteY153" fmla="*/ 933543 h 1640228"/>
              <a:gd name="connsiteX154" fmla="*/ 243828 w 1576226"/>
              <a:gd name="connsiteY154" fmla="*/ 907432 h 1640228"/>
              <a:gd name="connsiteX155" fmla="*/ 26114 w 1576226"/>
              <a:gd name="connsiteY155" fmla="*/ 907432 h 1640228"/>
              <a:gd name="connsiteX156" fmla="*/ 52225 w 1576226"/>
              <a:gd name="connsiteY156" fmla="*/ 933543 h 1640228"/>
              <a:gd name="connsiteX157" fmla="*/ 26114 w 1576226"/>
              <a:gd name="connsiteY157" fmla="*/ 959654 h 1640228"/>
              <a:gd name="connsiteX158" fmla="*/ 3 w 1576226"/>
              <a:gd name="connsiteY158" fmla="*/ 933543 h 1640228"/>
              <a:gd name="connsiteX159" fmla="*/ 26114 w 1576226"/>
              <a:gd name="connsiteY159" fmla="*/ 907432 h 1640228"/>
              <a:gd name="connsiteX160" fmla="*/ 1550113 w 1576226"/>
              <a:gd name="connsiteY160" fmla="*/ 680574 h 1640228"/>
              <a:gd name="connsiteX161" fmla="*/ 1576224 w 1576226"/>
              <a:gd name="connsiteY161" fmla="*/ 706685 h 1640228"/>
              <a:gd name="connsiteX162" fmla="*/ 1550113 w 1576226"/>
              <a:gd name="connsiteY162" fmla="*/ 732796 h 1640228"/>
              <a:gd name="connsiteX163" fmla="*/ 1524002 w 1576226"/>
              <a:gd name="connsiteY163" fmla="*/ 706685 h 1640228"/>
              <a:gd name="connsiteX164" fmla="*/ 1550113 w 1576226"/>
              <a:gd name="connsiteY164" fmla="*/ 680574 h 1640228"/>
              <a:gd name="connsiteX165" fmla="*/ 1332399 w 1576226"/>
              <a:gd name="connsiteY165" fmla="*/ 680574 h 1640228"/>
              <a:gd name="connsiteX166" fmla="*/ 1358510 w 1576226"/>
              <a:gd name="connsiteY166" fmla="*/ 706685 h 1640228"/>
              <a:gd name="connsiteX167" fmla="*/ 1332399 w 1576226"/>
              <a:gd name="connsiteY167" fmla="*/ 732796 h 1640228"/>
              <a:gd name="connsiteX168" fmla="*/ 1306288 w 1576226"/>
              <a:gd name="connsiteY168" fmla="*/ 706685 h 1640228"/>
              <a:gd name="connsiteX169" fmla="*/ 1332399 w 1576226"/>
              <a:gd name="connsiteY169" fmla="*/ 680574 h 1640228"/>
              <a:gd name="connsiteX170" fmla="*/ 1114686 w 1576226"/>
              <a:gd name="connsiteY170" fmla="*/ 680574 h 1640228"/>
              <a:gd name="connsiteX171" fmla="*/ 1140797 w 1576226"/>
              <a:gd name="connsiteY171" fmla="*/ 706685 h 1640228"/>
              <a:gd name="connsiteX172" fmla="*/ 1114686 w 1576226"/>
              <a:gd name="connsiteY172" fmla="*/ 732796 h 1640228"/>
              <a:gd name="connsiteX173" fmla="*/ 1088575 w 1576226"/>
              <a:gd name="connsiteY173" fmla="*/ 706685 h 1640228"/>
              <a:gd name="connsiteX174" fmla="*/ 1114686 w 1576226"/>
              <a:gd name="connsiteY174" fmla="*/ 680574 h 1640228"/>
              <a:gd name="connsiteX175" fmla="*/ 896972 w 1576226"/>
              <a:gd name="connsiteY175" fmla="*/ 680574 h 1640228"/>
              <a:gd name="connsiteX176" fmla="*/ 923083 w 1576226"/>
              <a:gd name="connsiteY176" fmla="*/ 706685 h 1640228"/>
              <a:gd name="connsiteX177" fmla="*/ 896972 w 1576226"/>
              <a:gd name="connsiteY177" fmla="*/ 732796 h 1640228"/>
              <a:gd name="connsiteX178" fmla="*/ 870861 w 1576226"/>
              <a:gd name="connsiteY178" fmla="*/ 706685 h 1640228"/>
              <a:gd name="connsiteX179" fmla="*/ 896972 w 1576226"/>
              <a:gd name="connsiteY179" fmla="*/ 680574 h 1640228"/>
              <a:gd name="connsiteX180" fmla="*/ 679257 w 1576226"/>
              <a:gd name="connsiteY180" fmla="*/ 680574 h 1640228"/>
              <a:gd name="connsiteX181" fmla="*/ 705368 w 1576226"/>
              <a:gd name="connsiteY181" fmla="*/ 706685 h 1640228"/>
              <a:gd name="connsiteX182" fmla="*/ 679257 w 1576226"/>
              <a:gd name="connsiteY182" fmla="*/ 732796 h 1640228"/>
              <a:gd name="connsiteX183" fmla="*/ 653146 w 1576226"/>
              <a:gd name="connsiteY183" fmla="*/ 706685 h 1640228"/>
              <a:gd name="connsiteX184" fmla="*/ 679257 w 1576226"/>
              <a:gd name="connsiteY184" fmla="*/ 680574 h 1640228"/>
              <a:gd name="connsiteX185" fmla="*/ 461543 w 1576226"/>
              <a:gd name="connsiteY185" fmla="*/ 680574 h 1640228"/>
              <a:gd name="connsiteX186" fmla="*/ 487654 w 1576226"/>
              <a:gd name="connsiteY186" fmla="*/ 706685 h 1640228"/>
              <a:gd name="connsiteX187" fmla="*/ 461543 w 1576226"/>
              <a:gd name="connsiteY187" fmla="*/ 732796 h 1640228"/>
              <a:gd name="connsiteX188" fmla="*/ 435432 w 1576226"/>
              <a:gd name="connsiteY188" fmla="*/ 706685 h 1640228"/>
              <a:gd name="connsiteX189" fmla="*/ 461543 w 1576226"/>
              <a:gd name="connsiteY189" fmla="*/ 680574 h 1640228"/>
              <a:gd name="connsiteX190" fmla="*/ 243829 w 1576226"/>
              <a:gd name="connsiteY190" fmla="*/ 680574 h 1640228"/>
              <a:gd name="connsiteX191" fmla="*/ 269940 w 1576226"/>
              <a:gd name="connsiteY191" fmla="*/ 706685 h 1640228"/>
              <a:gd name="connsiteX192" fmla="*/ 243829 w 1576226"/>
              <a:gd name="connsiteY192" fmla="*/ 732796 h 1640228"/>
              <a:gd name="connsiteX193" fmla="*/ 217718 w 1576226"/>
              <a:gd name="connsiteY193" fmla="*/ 706685 h 1640228"/>
              <a:gd name="connsiteX194" fmla="*/ 243829 w 1576226"/>
              <a:gd name="connsiteY194" fmla="*/ 680574 h 1640228"/>
              <a:gd name="connsiteX195" fmla="*/ 26115 w 1576226"/>
              <a:gd name="connsiteY195" fmla="*/ 680574 h 1640228"/>
              <a:gd name="connsiteX196" fmla="*/ 52226 w 1576226"/>
              <a:gd name="connsiteY196" fmla="*/ 706685 h 1640228"/>
              <a:gd name="connsiteX197" fmla="*/ 26115 w 1576226"/>
              <a:gd name="connsiteY197" fmla="*/ 732796 h 1640228"/>
              <a:gd name="connsiteX198" fmla="*/ 4 w 1576226"/>
              <a:gd name="connsiteY198" fmla="*/ 706685 h 1640228"/>
              <a:gd name="connsiteX199" fmla="*/ 26115 w 1576226"/>
              <a:gd name="connsiteY199" fmla="*/ 680574 h 1640228"/>
              <a:gd name="connsiteX200" fmla="*/ 26116 w 1576226"/>
              <a:gd name="connsiteY200" fmla="*/ 453717 h 1640228"/>
              <a:gd name="connsiteX201" fmla="*/ 52227 w 1576226"/>
              <a:gd name="connsiteY201" fmla="*/ 479827 h 1640228"/>
              <a:gd name="connsiteX202" fmla="*/ 26116 w 1576226"/>
              <a:gd name="connsiteY202" fmla="*/ 505939 h 1640228"/>
              <a:gd name="connsiteX203" fmla="*/ 5 w 1576226"/>
              <a:gd name="connsiteY203" fmla="*/ 479827 h 1640228"/>
              <a:gd name="connsiteX204" fmla="*/ 26116 w 1576226"/>
              <a:gd name="connsiteY204" fmla="*/ 453717 h 1640228"/>
              <a:gd name="connsiteX205" fmla="*/ 243830 w 1576226"/>
              <a:gd name="connsiteY205" fmla="*/ 453717 h 1640228"/>
              <a:gd name="connsiteX206" fmla="*/ 269941 w 1576226"/>
              <a:gd name="connsiteY206" fmla="*/ 479827 h 1640228"/>
              <a:gd name="connsiteX207" fmla="*/ 243830 w 1576226"/>
              <a:gd name="connsiteY207" fmla="*/ 505939 h 1640228"/>
              <a:gd name="connsiteX208" fmla="*/ 217719 w 1576226"/>
              <a:gd name="connsiteY208" fmla="*/ 479827 h 1640228"/>
              <a:gd name="connsiteX209" fmla="*/ 243830 w 1576226"/>
              <a:gd name="connsiteY209" fmla="*/ 453717 h 1640228"/>
              <a:gd name="connsiteX210" fmla="*/ 461544 w 1576226"/>
              <a:gd name="connsiteY210" fmla="*/ 453717 h 1640228"/>
              <a:gd name="connsiteX211" fmla="*/ 487655 w 1576226"/>
              <a:gd name="connsiteY211" fmla="*/ 479827 h 1640228"/>
              <a:gd name="connsiteX212" fmla="*/ 461544 w 1576226"/>
              <a:gd name="connsiteY212" fmla="*/ 505939 h 1640228"/>
              <a:gd name="connsiteX213" fmla="*/ 435433 w 1576226"/>
              <a:gd name="connsiteY213" fmla="*/ 479827 h 1640228"/>
              <a:gd name="connsiteX214" fmla="*/ 461544 w 1576226"/>
              <a:gd name="connsiteY214" fmla="*/ 453717 h 1640228"/>
              <a:gd name="connsiteX215" fmla="*/ 679258 w 1576226"/>
              <a:gd name="connsiteY215" fmla="*/ 453717 h 1640228"/>
              <a:gd name="connsiteX216" fmla="*/ 705369 w 1576226"/>
              <a:gd name="connsiteY216" fmla="*/ 479827 h 1640228"/>
              <a:gd name="connsiteX217" fmla="*/ 679258 w 1576226"/>
              <a:gd name="connsiteY217" fmla="*/ 505939 h 1640228"/>
              <a:gd name="connsiteX218" fmla="*/ 653147 w 1576226"/>
              <a:gd name="connsiteY218" fmla="*/ 479827 h 1640228"/>
              <a:gd name="connsiteX219" fmla="*/ 679258 w 1576226"/>
              <a:gd name="connsiteY219" fmla="*/ 453717 h 1640228"/>
              <a:gd name="connsiteX220" fmla="*/ 896973 w 1576226"/>
              <a:gd name="connsiteY220" fmla="*/ 453717 h 1640228"/>
              <a:gd name="connsiteX221" fmla="*/ 923084 w 1576226"/>
              <a:gd name="connsiteY221" fmla="*/ 479827 h 1640228"/>
              <a:gd name="connsiteX222" fmla="*/ 896973 w 1576226"/>
              <a:gd name="connsiteY222" fmla="*/ 505939 h 1640228"/>
              <a:gd name="connsiteX223" fmla="*/ 870862 w 1576226"/>
              <a:gd name="connsiteY223" fmla="*/ 479827 h 1640228"/>
              <a:gd name="connsiteX224" fmla="*/ 896973 w 1576226"/>
              <a:gd name="connsiteY224" fmla="*/ 453717 h 1640228"/>
              <a:gd name="connsiteX225" fmla="*/ 1114687 w 1576226"/>
              <a:gd name="connsiteY225" fmla="*/ 453717 h 1640228"/>
              <a:gd name="connsiteX226" fmla="*/ 1140798 w 1576226"/>
              <a:gd name="connsiteY226" fmla="*/ 479827 h 1640228"/>
              <a:gd name="connsiteX227" fmla="*/ 1114687 w 1576226"/>
              <a:gd name="connsiteY227" fmla="*/ 505938 h 1640228"/>
              <a:gd name="connsiteX228" fmla="*/ 1088576 w 1576226"/>
              <a:gd name="connsiteY228" fmla="*/ 479827 h 1640228"/>
              <a:gd name="connsiteX229" fmla="*/ 1114687 w 1576226"/>
              <a:gd name="connsiteY229" fmla="*/ 453717 h 1640228"/>
              <a:gd name="connsiteX230" fmla="*/ 1332400 w 1576226"/>
              <a:gd name="connsiteY230" fmla="*/ 453716 h 1640228"/>
              <a:gd name="connsiteX231" fmla="*/ 1358511 w 1576226"/>
              <a:gd name="connsiteY231" fmla="*/ 479827 h 1640228"/>
              <a:gd name="connsiteX232" fmla="*/ 1332400 w 1576226"/>
              <a:gd name="connsiteY232" fmla="*/ 505938 h 1640228"/>
              <a:gd name="connsiteX233" fmla="*/ 1306289 w 1576226"/>
              <a:gd name="connsiteY233" fmla="*/ 479827 h 1640228"/>
              <a:gd name="connsiteX234" fmla="*/ 1332400 w 1576226"/>
              <a:gd name="connsiteY234" fmla="*/ 453716 h 1640228"/>
              <a:gd name="connsiteX235" fmla="*/ 1550114 w 1576226"/>
              <a:gd name="connsiteY235" fmla="*/ 453716 h 1640228"/>
              <a:gd name="connsiteX236" fmla="*/ 1576225 w 1576226"/>
              <a:gd name="connsiteY236" fmla="*/ 479827 h 1640228"/>
              <a:gd name="connsiteX237" fmla="*/ 1550114 w 1576226"/>
              <a:gd name="connsiteY237" fmla="*/ 505938 h 1640228"/>
              <a:gd name="connsiteX238" fmla="*/ 1524003 w 1576226"/>
              <a:gd name="connsiteY238" fmla="*/ 479827 h 1640228"/>
              <a:gd name="connsiteX239" fmla="*/ 1550114 w 1576226"/>
              <a:gd name="connsiteY239" fmla="*/ 453716 h 1640228"/>
              <a:gd name="connsiteX240" fmla="*/ 1114688 w 1576226"/>
              <a:gd name="connsiteY240" fmla="*/ 226858 h 1640228"/>
              <a:gd name="connsiteX241" fmla="*/ 1140799 w 1576226"/>
              <a:gd name="connsiteY241" fmla="*/ 252969 h 1640228"/>
              <a:gd name="connsiteX242" fmla="*/ 1114688 w 1576226"/>
              <a:gd name="connsiteY242" fmla="*/ 279080 h 1640228"/>
              <a:gd name="connsiteX243" fmla="*/ 1088577 w 1576226"/>
              <a:gd name="connsiteY243" fmla="*/ 252969 h 1640228"/>
              <a:gd name="connsiteX244" fmla="*/ 1114688 w 1576226"/>
              <a:gd name="connsiteY244" fmla="*/ 226858 h 1640228"/>
              <a:gd name="connsiteX245" fmla="*/ 896974 w 1576226"/>
              <a:gd name="connsiteY245" fmla="*/ 226858 h 1640228"/>
              <a:gd name="connsiteX246" fmla="*/ 923085 w 1576226"/>
              <a:gd name="connsiteY246" fmla="*/ 252969 h 1640228"/>
              <a:gd name="connsiteX247" fmla="*/ 896974 w 1576226"/>
              <a:gd name="connsiteY247" fmla="*/ 279080 h 1640228"/>
              <a:gd name="connsiteX248" fmla="*/ 870863 w 1576226"/>
              <a:gd name="connsiteY248" fmla="*/ 252969 h 1640228"/>
              <a:gd name="connsiteX249" fmla="*/ 896974 w 1576226"/>
              <a:gd name="connsiteY249" fmla="*/ 226858 h 1640228"/>
              <a:gd name="connsiteX250" fmla="*/ 679259 w 1576226"/>
              <a:gd name="connsiteY250" fmla="*/ 226858 h 1640228"/>
              <a:gd name="connsiteX251" fmla="*/ 705370 w 1576226"/>
              <a:gd name="connsiteY251" fmla="*/ 252970 h 1640228"/>
              <a:gd name="connsiteX252" fmla="*/ 679259 w 1576226"/>
              <a:gd name="connsiteY252" fmla="*/ 279080 h 1640228"/>
              <a:gd name="connsiteX253" fmla="*/ 653148 w 1576226"/>
              <a:gd name="connsiteY253" fmla="*/ 252970 h 1640228"/>
              <a:gd name="connsiteX254" fmla="*/ 679259 w 1576226"/>
              <a:gd name="connsiteY254" fmla="*/ 226858 h 1640228"/>
              <a:gd name="connsiteX255" fmla="*/ 461545 w 1576226"/>
              <a:gd name="connsiteY255" fmla="*/ 226858 h 1640228"/>
              <a:gd name="connsiteX256" fmla="*/ 487656 w 1576226"/>
              <a:gd name="connsiteY256" fmla="*/ 252970 h 1640228"/>
              <a:gd name="connsiteX257" fmla="*/ 461545 w 1576226"/>
              <a:gd name="connsiteY257" fmla="*/ 279081 h 1640228"/>
              <a:gd name="connsiteX258" fmla="*/ 435434 w 1576226"/>
              <a:gd name="connsiteY258" fmla="*/ 252970 h 1640228"/>
              <a:gd name="connsiteX259" fmla="*/ 461545 w 1576226"/>
              <a:gd name="connsiteY259" fmla="*/ 226858 h 1640228"/>
              <a:gd name="connsiteX260" fmla="*/ 243831 w 1576226"/>
              <a:gd name="connsiteY260" fmla="*/ 226858 h 1640228"/>
              <a:gd name="connsiteX261" fmla="*/ 269942 w 1576226"/>
              <a:gd name="connsiteY261" fmla="*/ 252970 h 1640228"/>
              <a:gd name="connsiteX262" fmla="*/ 243831 w 1576226"/>
              <a:gd name="connsiteY262" fmla="*/ 279081 h 1640228"/>
              <a:gd name="connsiteX263" fmla="*/ 217720 w 1576226"/>
              <a:gd name="connsiteY263" fmla="*/ 252970 h 1640228"/>
              <a:gd name="connsiteX264" fmla="*/ 243831 w 1576226"/>
              <a:gd name="connsiteY264" fmla="*/ 226858 h 1640228"/>
              <a:gd name="connsiteX265" fmla="*/ 26117 w 1576226"/>
              <a:gd name="connsiteY265" fmla="*/ 226858 h 1640228"/>
              <a:gd name="connsiteX266" fmla="*/ 52228 w 1576226"/>
              <a:gd name="connsiteY266" fmla="*/ 252970 h 1640228"/>
              <a:gd name="connsiteX267" fmla="*/ 26117 w 1576226"/>
              <a:gd name="connsiteY267" fmla="*/ 279081 h 1640228"/>
              <a:gd name="connsiteX268" fmla="*/ 6 w 1576226"/>
              <a:gd name="connsiteY268" fmla="*/ 252970 h 1640228"/>
              <a:gd name="connsiteX269" fmla="*/ 26117 w 1576226"/>
              <a:gd name="connsiteY269" fmla="*/ 226858 h 1640228"/>
              <a:gd name="connsiteX270" fmla="*/ 1332401 w 1576226"/>
              <a:gd name="connsiteY270" fmla="*/ 226858 h 1640228"/>
              <a:gd name="connsiteX271" fmla="*/ 1358512 w 1576226"/>
              <a:gd name="connsiteY271" fmla="*/ 252969 h 1640228"/>
              <a:gd name="connsiteX272" fmla="*/ 1332401 w 1576226"/>
              <a:gd name="connsiteY272" fmla="*/ 279080 h 1640228"/>
              <a:gd name="connsiteX273" fmla="*/ 1306290 w 1576226"/>
              <a:gd name="connsiteY273" fmla="*/ 252969 h 1640228"/>
              <a:gd name="connsiteX274" fmla="*/ 1332401 w 1576226"/>
              <a:gd name="connsiteY274" fmla="*/ 226858 h 1640228"/>
              <a:gd name="connsiteX275" fmla="*/ 1550115 w 1576226"/>
              <a:gd name="connsiteY275" fmla="*/ 226858 h 1640228"/>
              <a:gd name="connsiteX276" fmla="*/ 1576226 w 1576226"/>
              <a:gd name="connsiteY276" fmla="*/ 252969 h 1640228"/>
              <a:gd name="connsiteX277" fmla="*/ 1550115 w 1576226"/>
              <a:gd name="connsiteY277" fmla="*/ 279080 h 1640228"/>
              <a:gd name="connsiteX278" fmla="*/ 1524004 w 1576226"/>
              <a:gd name="connsiteY278" fmla="*/ 252969 h 1640228"/>
              <a:gd name="connsiteX279" fmla="*/ 1550115 w 1576226"/>
              <a:gd name="connsiteY279" fmla="*/ 226858 h 1640228"/>
              <a:gd name="connsiteX280" fmla="*/ 26117 w 1576226"/>
              <a:gd name="connsiteY280" fmla="*/ 2 h 1640228"/>
              <a:gd name="connsiteX281" fmla="*/ 52228 w 1576226"/>
              <a:gd name="connsiteY281" fmla="*/ 26113 h 1640228"/>
              <a:gd name="connsiteX282" fmla="*/ 26117 w 1576226"/>
              <a:gd name="connsiteY282" fmla="*/ 52224 h 1640228"/>
              <a:gd name="connsiteX283" fmla="*/ 6 w 1576226"/>
              <a:gd name="connsiteY283" fmla="*/ 26113 h 1640228"/>
              <a:gd name="connsiteX284" fmla="*/ 26117 w 1576226"/>
              <a:gd name="connsiteY284" fmla="*/ 2 h 1640228"/>
              <a:gd name="connsiteX285" fmla="*/ 243831 w 1576226"/>
              <a:gd name="connsiteY285" fmla="*/ 1 h 1640228"/>
              <a:gd name="connsiteX286" fmla="*/ 269942 w 1576226"/>
              <a:gd name="connsiteY286" fmla="*/ 26112 h 1640228"/>
              <a:gd name="connsiteX287" fmla="*/ 243831 w 1576226"/>
              <a:gd name="connsiteY287" fmla="*/ 52224 h 1640228"/>
              <a:gd name="connsiteX288" fmla="*/ 217720 w 1576226"/>
              <a:gd name="connsiteY288" fmla="*/ 26112 h 1640228"/>
              <a:gd name="connsiteX289" fmla="*/ 243831 w 1576226"/>
              <a:gd name="connsiteY289" fmla="*/ 1 h 1640228"/>
              <a:gd name="connsiteX290" fmla="*/ 461545 w 1576226"/>
              <a:gd name="connsiteY290" fmla="*/ 1 h 1640228"/>
              <a:gd name="connsiteX291" fmla="*/ 487656 w 1576226"/>
              <a:gd name="connsiteY291" fmla="*/ 26112 h 1640228"/>
              <a:gd name="connsiteX292" fmla="*/ 461545 w 1576226"/>
              <a:gd name="connsiteY292" fmla="*/ 52224 h 1640228"/>
              <a:gd name="connsiteX293" fmla="*/ 435434 w 1576226"/>
              <a:gd name="connsiteY293" fmla="*/ 26112 h 1640228"/>
              <a:gd name="connsiteX294" fmla="*/ 461545 w 1576226"/>
              <a:gd name="connsiteY294" fmla="*/ 1 h 1640228"/>
              <a:gd name="connsiteX295" fmla="*/ 679259 w 1576226"/>
              <a:gd name="connsiteY295" fmla="*/ 1 h 1640228"/>
              <a:gd name="connsiteX296" fmla="*/ 705370 w 1576226"/>
              <a:gd name="connsiteY296" fmla="*/ 26112 h 1640228"/>
              <a:gd name="connsiteX297" fmla="*/ 679259 w 1576226"/>
              <a:gd name="connsiteY297" fmla="*/ 52223 h 1640228"/>
              <a:gd name="connsiteX298" fmla="*/ 653148 w 1576226"/>
              <a:gd name="connsiteY298" fmla="*/ 26112 h 1640228"/>
              <a:gd name="connsiteX299" fmla="*/ 679259 w 1576226"/>
              <a:gd name="connsiteY299" fmla="*/ 1 h 1640228"/>
              <a:gd name="connsiteX300" fmla="*/ 896974 w 1576226"/>
              <a:gd name="connsiteY300" fmla="*/ 1 h 1640228"/>
              <a:gd name="connsiteX301" fmla="*/ 923085 w 1576226"/>
              <a:gd name="connsiteY301" fmla="*/ 26112 h 1640228"/>
              <a:gd name="connsiteX302" fmla="*/ 896974 w 1576226"/>
              <a:gd name="connsiteY302" fmla="*/ 52223 h 1640228"/>
              <a:gd name="connsiteX303" fmla="*/ 870863 w 1576226"/>
              <a:gd name="connsiteY303" fmla="*/ 26112 h 1640228"/>
              <a:gd name="connsiteX304" fmla="*/ 896974 w 1576226"/>
              <a:gd name="connsiteY304" fmla="*/ 1 h 1640228"/>
              <a:gd name="connsiteX305" fmla="*/ 1114688 w 1576226"/>
              <a:gd name="connsiteY305" fmla="*/ 1 h 1640228"/>
              <a:gd name="connsiteX306" fmla="*/ 1140799 w 1576226"/>
              <a:gd name="connsiteY306" fmla="*/ 26112 h 1640228"/>
              <a:gd name="connsiteX307" fmla="*/ 1114688 w 1576226"/>
              <a:gd name="connsiteY307" fmla="*/ 52223 h 1640228"/>
              <a:gd name="connsiteX308" fmla="*/ 1088577 w 1576226"/>
              <a:gd name="connsiteY308" fmla="*/ 26112 h 1640228"/>
              <a:gd name="connsiteX309" fmla="*/ 1114688 w 1576226"/>
              <a:gd name="connsiteY309" fmla="*/ 1 h 1640228"/>
              <a:gd name="connsiteX310" fmla="*/ 1332401 w 1576226"/>
              <a:gd name="connsiteY310" fmla="*/ 0 h 1640228"/>
              <a:gd name="connsiteX311" fmla="*/ 1358512 w 1576226"/>
              <a:gd name="connsiteY311" fmla="*/ 26111 h 1640228"/>
              <a:gd name="connsiteX312" fmla="*/ 1332401 w 1576226"/>
              <a:gd name="connsiteY312" fmla="*/ 52223 h 1640228"/>
              <a:gd name="connsiteX313" fmla="*/ 1306290 w 1576226"/>
              <a:gd name="connsiteY313" fmla="*/ 26111 h 1640228"/>
              <a:gd name="connsiteX314" fmla="*/ 1332401 w 1576226"/>
              <a:gd name="connsiteY314" fmla="*/ 0 h 1640228"/>
              <a:gd name="connsiteX315" fmla="*/ 1550115 w 1576226"/>
              <a:gd name="connsiteY315" fmla="*/ 0 h 1640228"/>
              <a:gd name="connsiteX316" fmla="*/ 1576226 w 1576226"/>
              <a:gd name="connsiteY316" fmla="*/ 26111 h 1640228"/>
              <a:gd name="connsiteX317" fmla="*/ 1550115 w 1576226"/>
              <a:gd name="connsiteY317" fmla="*/ 52222 h 1640228"/>
              <a:gd name="connsiteX318" fmla="*/ 1524004 w 1576226"/>
              <a:gd name="connsiteY318" fmla="*/ 26111 h 1640228"/>
              <a:gd name="connsiteX319" fmla="*/ 1550115 w 1576226"/>
              <a:gd name="connsiteY319" fmla="*/ 0 h 16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576226" h="1640228">
                <a:moveTo>
                  <a:pt x="1550109" y="1588006"/>
                </a:moveTo>
                <a:cubicBezTo>
                  <a:pt x="1564530" y="1588006"/>
                  <a:pt x="1576220" y="1599696"/>
                  <a:pt x="1576220" y="1614117"/>
                </a:cubicBezTo>
                <a:cubicBezTo>
                  <a:pt x="1576220" y="1628538"/>
                  <a:pt x="1564530" y="1640228"/>
                  <a:pt x="1550109" y="1640228"/>
                </a:cubicBezTo>
                <a:cubicBezTo>
                  <a:pt x="1535688" y="1640228"/>
                  <a:pt x="1523998" y="1628538"/>
                  <a:pt x="1523998" y="1614117"/>
                </a:cubicBezTo>
                <a:cubicBezTo>
                  <a:pt x="1523998" y="1599696"/>
                  <a:pt x="1535688" y="1588006"/>
                  <a:pt x="1550109" y="1588006"/>
                </a:cubicBezTo>
                <a:close/>
                <a:moveTo>
                  <a:pt x="1332395" y="1588006"/>
                </a:moveTo>
                <a:cubicBezTo>
                  <a:pt x="1346816" y="1588006"/>
                  <a:pt x="1358506" y="1599696"/>
                  <a:pt x="1358506" y="1614117"/>
                </a:cubicBezTo>
                <a:cubicBezTo>
                  <a:pt x="1358506" y="1628538"/>
                  <a:pt x="1346816" y="1640228"/>
                  <a:pt x="1332395" y="1640228"/>
                </a:cubicBezTo>
                <a:cubicBezTo>
                  <a:pt x="1317974" y="1640228"/>
                  <a:pt x="1306284" y="1628538"/>
                  <a:pt x="1306284" y="1614117"/>
                </a:cubicBezTo>
                <a:cubicBezTo>
                  <a:pt x="1306284" y="1599696"/>
                  <a:pt x="1317974" y="1588006"/>
                  <a:pt x="1332395" y="1588006"/>
                </a:cubicBezTo>
                <a:close/>
                <a:moveTo>
                  <a:pt x="1114682" y="1588006"/>
                </a:moveTo>
                <a:cubicBezTo>
                  <a:pt x="1129103" y="1588006"/>
                  <a:pt x="1140793" y="1599696"/>
                  <a:pt x="1140793" y="1614117"/>
                </a:cubicBezTo>
                <a:cubicBezTo>
                  <a:pt x="1140793" y="1628538"/>
                  <a:pt x="1129103" y="1640228"/>
                  <a:pt x="1114682" y="1640228"/>
                </a:cubicBezTo>
                <a:cubicBezTo>
                  <a:pt x="1100261" y="1640228"/>
                  <a:pt x="1088571" y="1628538"/>
                  <a:pt x="1088571" y="1614117"/>
                </a:cubicBezTo>
                <a:cubicBezTo>
                  <a:pt x="1088571" y="1599696"/>
                  <a:pt x="1100261" y="1588006"/>
                  <a:pt x="1114682" y="1588006"/>
                </a:cubicBezTo>
                <a:close/>
                <a:moveTo>
                  <a:pt x="896968" y="1588006"/>
                </a:moveTo>
                <a:cubicBezTo>
                  <a:pt x="911389" y="1588006"/>
                  <a:pt x="923079" y="1599696"/>
                  <a:pt x="923079" y="1614117"/>
                </a:cubicBezTo>
                <a:cubicBezTo>
                  <a:pt x="923079" y="1628538"/>
                  <a:pt x="911389" y="1640228"/>
                  <a:pt x="896968" y="1640228"/>
                </a:cubicBezTo>
                <a:cubicBezTo>
                  <a:pt x="882547" y="1640228"/>
                  <a:pt x="870857" y="1628538"/>
                  <a:pt x="870857" y="1614117"/>
                </a:cubicBezTo>
                <a:cubicBezTo>
                  <a:pt x="870857" y="1599696"/>
                  <a:pt x="882547" y="1588006"/>
                  <a:pt x="896968" y="1588006"/>
                </a:cubicBezTo>
                <a:close/>
                <a:moveTo>
                  <a:pt x="679253" y="1588006"/>
                </a:moveTo>
                <a:cubicBezTo>
                  <a:pt x="693674" y="1588006"/>
                  <a:pt x="705364" y="1599696"/>
                  <a:pt x="705364" y="1614117"/>
                </a:cubicBezTo>
                <a:cubicBezTo>
                  <a:pt x="705364" y="1628538"/>
                  <a:pt x="693674" y="1640228"/>
                  <a:pt x="679253" y="1640228"/>
                </a:cubicBezTo>
                <a:cubicBezTo>
                  <a:pt x="664832" y="1640228"/>
                  <a:pt x="653142" y="1628538"/>
                  <a:pt x="653142" y="1614117"/>
                </a:cubicBezTo>
                <a:cubicBezTo>
                  <a:pt x="653142" y="1599696"/>
                  <a:pt x="664832" y="1588006"/>
                  <a:pt x="679253" y="1588006"/>
                </a:cubicBezTo>
                <a:close/>
                <a:moveTo>
                  <a:pt x="461539" y="1588006"/>
                </a:moveTo>
                <a:cubicBezTo>
                  <a:pt x="475960" y="1588006"/>
                  <a:pt x="487650" y="1599696"/>
                  <a:pt x="487650" y="1614117"/>
                </a:cubicBezTo>
                <a:cubicBezTo>
                  <a:pt x="487650" y="1628538"/>
                  <a:pt x="475960" y="1640228"/>
                  <a:pt x="461539" y="1640228"/>
                </a:cubicBezTo>
                <a:cubicBezTo>
                  <a:pt x="447118" y="1640228"/>
                  <a:pt x="435428" y="1628538"/>
                  <a:pt x="435428" y="1614117"/>
                </a:cubicBezTo>
                <a:cubicBezTo>
                  <a:pt x="435428" y="1599696"/>
                  <a:pt x="447118" y="1588006"/>
                  <a:pt x="461539" y="1588006"/>
                </a:cubicBezTo>
                <a:close/>
                <a:moveTo>
                  <a:pt x="243825" y="1588006"/>
                </a:moveTo>
                <a:cubicBezTo>
                  <a:pt x="258246" y="1588006"/>
                  <a:pt x="269936" y="1599696"/>
                  <a:pt x="269936" y="1614117"/>
                </a:cubicBezTo>
                <a:cubicBezTo>
                  <a:pt x="269936" y="1628538"/>
                  <a:pt x="258246" y="1640228"/>
                  <a:pt x="243825" y="1640228"/>
                </a:cubicBezTo>
                <a:cubicBezTo>
                  <a:pt x="229404" y="1640228"/>
                  <a:pt x="217714" y="1628538"/>
                  <a:pt x="217714" y="1614117"/>
                </a:cubicBezTo>
                <a:cubicBezTo>
                  <a:pt x="217714" y="1599696"/>
                  <a:pt x="229404" y="1588006"/>
                  <a:pt x="243825" y="1588006"/>
                </a:cubicBezTo>
                <a:close/>
                <a:moveTo>
                  <a:pt x="26111" y="1588006"/>
                </a:moveTo>
                <a:cubicBezTo>
                  <a:pt x="40532" y="1588006"/>
                  <a:pt x="52222" y="1599696"/>
                  <a:pt x="52222" y="1614117"/>
                </a:cubicBezTo>
                <a:cubicBezTo>
                  <a:pt x="52222" y="1628538"/>
                  <a:pt x="40532" y="1640228"/>
                  <a:pt x="26111" y="1640228"/>
                </a:cubicBezTo>
                <a:cubicBezTo>
                  <a:pt x="11690" y="1640228"/>
                  <a:pt x="0" y="1628538"/>
                  <a:pt x="0" y="1614117"/>
                </a:cubicBezTo>
                <a:cubicBezTo>
                  <a:pt x="0" y="1599696"/>
                  <a:pt x="11690" y="1588006"/>
                  <a:pt x="26111" y="1588006"/>
                </a:cubicBezTo>
                <a:close/>
                <a:moveTo>
                  <a:pt x="1550110" y="1361148"/>
                </a:moveTo>
                <a:cubicBezTo>
                  <a:pt x="1564531" y="1361148"/>
                  <a:pt x="1576221" y="1372838"/>
                  <a:pt x="1576221" y="1387259"/>
                </a:cubicBezTo>
                <a:cubicBezTo>
                  <a:pt x="1576221" y="1401680"/>
                  <a:pt x="1564531" y="1413370"/>
                  <a:pt x="1550110" y="1413370"/>
                </a:cubicBezTo>
                <a:cubicBezTo>
                  <a:pt x="1535689" y="1413370"/>
                  <a:pt x="1523999" y="1401680"/>
                  <a:pt x="1523999" y="1387259"/>
                </a:cubicBezTo>
                <a:cubicBezTo>
                  <a:pt x="1523999" y="1372838"/>
                  <a:pt x="1535689" y="1361148"/>
                  <a:pt x="1550110" y="1361148"/>
                </a:cubicBezTo>
                <a:close/>
                <a:moveTo>
                  <a:pt x="1332396" y="1361148"/>
                </a:moveTo>
                <a:cubicBezTo>
                  <a:pt x="1346817" y="1361148"/>
                  <a:pt x="1358507" y="1372838"/>
                  <a:pt x="1358507" y="1387259"/>
                </a:cubicBezTo>
                <a:cubicBezTo>
                  <a:pt x="1358507" y="1401680"/>
                  <a:pt x="1346817" y="1413370"/>
                  <a:pt x="1332396" y="1413370"/>
                </a:cubicBezTo>
                <a:cubicBezTo>
                  <a:pt x="1317975" y="1413370"/>
                  <a:pt x="1306285" y="1401680"/>
                  <a:pt x="1306285" y="1387259"/>
                </a:cubicBezTo>
                <a:cubicBezTo>
                  <a:pt x="1306285" y="1372838"/>
                  <a:pt x="1317975" y="1361148"/>
                  <a:pt x="1332396" y="1361148"/>
                </a:cubicBezTo>
                <a:close/>
                <a:moveTo>
                  <a:pt x="1114683" y="1361148"/>
                </a:moveTo>
                <a:cubicBezTo>
                  <a:pt x="1129104" y="1361148"/>
                  <a:pt x="1140794" y="1372838"/>
                  <a:pt x="1140794" y="1387259"/>
                </a:cubicBezTo>
                <a:cubicBezTo>
                  <a:pt x="1140794" y="1401680"/>
                  <a:pt x="1129104" y="1413370"/>
                  <a:pt x="1114683" y="1413370"/>
                </a:cubicBezTo>
                <a:cubicBezTo>
                  <a:pt x="1100262" y="1413370"/>
                  <a:pt x="1088572" y="1401680"/>
                  <a:pt x="1088572" y="1387259"/>
                </a:cubicBezTo>
                <a:cubicBezTo>
                  <a:pt x="1088572" y="1372838"/>
                  <a:pt x="1100262" y="1361148"/>
                  <a:pt x="1114683" y="1361148"/>
                </a:cubicBezTo>
                <a:close/>
                <a:moveTo>
                  <a:pt x="896969" y="1361148"/>
                </a:moveTo>
                <a:cubicBezTo>
                  <a:pt x="911390" y="1361148"/>
                  <a:pt x="923080" y="1372838"/>
                  <a:pt x="923080" y="1387259"/>
                </a:cubicBezTo>
                <a:cubicBezTo>
                  <a:pt x="923080" y="1401680"/>
                  <a:pt x="911390" y="1413370"/>
                  <a:pt x="896969" y="1413370"/>
                </a:cubicBezTo>
                <a:cubicBezTo>
                  <a:pt x="882548" y="1413370"/>
                  <a:pt x="870858" y="1401680"/>
                  <a:pt x="870858" y="1387259"/>
                </a:cubicBezTo>
                <a:cubicBezTo>
                  <a:pt x="870858" y="1372838"/>
                  <a:pt x="882548" y="1361148"/>
                  <a:pt x="896969" y="1361148"/>
                </a:cubicBezTo>
                <a:close/>
                <a:moveTo>
                  <a:pt x="679254" y="1361148"/>
                </a:moveTo>
                <a:cubicBezTo>
                  <a:pt x="693675" y="1361148"/>
                  <a:pt x="705365" y="1372838"/>
                  <a:pt x="705365" y="1387259"/>
                </a:cubicBezTo>
                <a:cubicBezTo>
                  <a:pt x="705365" y="1401680"/>
                  <a:pt x="693675" y="1413370"/>
                  <a:pt x="679254" y="1413370"/>
                </a:cubicBezTo>
                <a:cubicBezTo>
                  <a:pt x="664833" y="1413370"/>
                  <a:pt x="653143" y="1401680"/>
                  <a:pt x="653143" y="1387259"/>
                </a:cubicBezTo>
                <a:cubicBezTo>
                  <a:pt x="653143" y="1372838"/>
                  <a:pt x="664833" y="1361148"/>
                  <a:pt x="679254" y="1361148"/>
                </a:cubicBezTo>
                <a:close/>
                <a:moveTo>
                  <a:pt x="461540" y="1361148"/>
                </a:moveTo>
                <a:cubicBezTo>
                  <a:pt x="475961" y="1361148"/>
                  <a:pt x="487651" y="1372838"/>
                  <a:pt x="487651" y="1387259"/>
                </a:cubicBezTo>
                <a:cubicBezTo>
                  <a:pt x="487651" y="1401680"/>
                  <a:pt x="475961" y="1413370"/>
                  <a:pt x="461540" y="1413370"/>
                </a:cubicBezTo>
                <a:cubicBezTo>
                  <a:pt x="447119" y="1413370"/>
                  <a:pt x="435429" y="1401680"/>
                  <a:pt x="435429" y="1387259"/>
                </a:cubicBezTo>
                <a:cubicBezTo>
                  <a:pt x="435429" y="1372838"/>
                  <a:pt x="447119" y="1361148"/>
                  <a:pt x="461540" y="1361148"/>
                </a:cubicBezTo>
                <a:close/>
                <a:moveTo>
                  <a:pt x="243826" y="1361148"/>
                </a:moveTo>
                <a:cubicBezTo>
                  <a:pt x="258247" y="1361148"/>
                  <a:pt x="269937" y="1372838"/>
                  <a:pt x="269937" y="1387259"/>
                </a:cubicBezTo>
                <a:cubicBezTo>
                  <a:pt x="269937" y="1401680"/>
                  <a:pt x="258247" y="1413370"/>
                  <a:pt x="243826" y="1413370"/>
                </a:cubicBezTo>
                <a:cubicBezTo>
                  <a:pt x="229405" y="1413370"/>
                  <a:pt x="217715" y="1401680"/>
                  <a:pt x="217715" y="1387259"/>
                </a:cubicBezTo>
                <a:cubicBezTo>
                  <a:pt x="217715" y="1372838"/>
                  <a:pt x="229405" y="1361148"/>
                  <a:pt x="243826" y="1361148"/>
                </a:cubicBezTo>
                <a:close/>
                <a:moveTo>
                  <a:pt x="26112" y="1361148"/>
                </a:moveTo>
                <a:cubicBezTo>
                  <a:pt x="40533" y="1361148"/>
                  <a:pt x="52223" y="1372838"/>
                  <a:pt x="52223" y="1387259"/>
                </a:cubicBezTo>
                <a:cubicBezTo>
                  <a:pt x="52223" y="1401680"/>
                  <a:pt x="40533" y="1413370"/>
                  <a:pt x="26112" y="1413370"/>
                </a:cubicBezTo>
                <a:cubicBezTo>
                  <a:pt x="11691" y="1413370"/>
                  <a:pt x="1" y="1401680"/>
                  <a:pt x="1" y="1387259"/>
                </a:cubicBezTo>
                <a:cubicBezTo>
                  <a:pt x="1" y="1372838"/>
                  <a:pt x="11691" y="1361148"/>
                  <a:pt x="26112" y="1361148"/>
                </a:cubicBezTo>
                <a:close/>
                <a:moveTo>
                  <a:pt x="1550111" y="1134290"/>
                </a:moveTo>
                <a:cubicBezTo>
                  <a:pt x="1564532" y="1134290"/>
                  <a:pt x="1576222" y="1145980"/>
                  <a:pt x="1576222" y="1160401"/>
                </a:cubicBezTo>
                <a:cubicBezTo>
                  <a:pt x="1576222" y="1174822"/>
                  <a:pt x="1564532" y="1186512"/>
                  <a:pt x="1550111" y="1186512"/>
                </a:cubicBezTo>
                <a:cubicBezTo>
                  <a:pt x="1535690" y="1186512"/>
                  <a:pt x="1524000" y="1174822"/>
                  <a:pt x="1524000" y="1160401"/>
                </a:cubicBezTo>
                <a:cubicBezTo>
                  <a:pt x="1524000" y="1145980"/>
                  <a:pt x="1535690" y="1134290"/>
                  <a:pt x="1550111" y="1134290"/>
                </a:cubicBezTo>
                <a:close/>
                <a:moveTo>
                  <a:pt x="1332397" y="1134290"/>
                </a:moveTo>
                <a:cubicBezTo>
                  <a:pt x="1346818" y="1134290"/>
                  <a:pt x="1358508" y="1145980"/>
                  <a:pt x="1358508" y="1160401"/>
                </a:cubicBezTo>
                <a:cubicBezTo>
                  <a:pt x="1358508" y="1174822"/>
                  <a:pt x="1346818" y="1186512"/>
                  <a:pt x="1332397" y="1186512"/>
                </a:cubicBezTo>
                <a:cubicBezTo>
                  <a:pt x="1317976" y="1186512"/>
                  <a:pt x="1306286" y="1174822"/>
                  <a:pt x="1306286" y="1160401"/>
                </a:cubicBezTo>
                <a:cubicBezTo>
                  <a:pt x="1306286" y="1145980"/>
                  <a:pt x="1317976" y="1134290"/>
                  <a:pt x="1332397" y="1134290"/>
                </a:cubicBezTo>
                <a:close/>
                <a:moveTo>
                  <a:pt x="1114684" y="1134290"/>
                </a:moveTo>
                <a:cubicBezTo>
                  <a:pt x="1129105" y="1134290"/>
                  <a:pt x="1140795" y="1145980"/>
                  <a:pt x="1140795" y="1160401"/>
                </a:cubicBezTo>
                <a:cubicBezTo>
                  <a:pt x="1140795" y="1174822"/>
                  <a:pt x="1129105" y="1186512"/>
                  <a:pt x="1114684" y="1186512"/>
                </a:cubicBezTo>
                <a:cubicBezTo>
                  <a:pt x="1100263" y="1186512"/>
                  <a:pt x="1088573" y="1174822"/>
                  <a:pt x="1088573" y="1160401"/>
                </a:cubicBezTo>
                <a:cubicBezTo>
                  <a:pt x="1088573" y="1145980"/>
                  <a:pt x="1100263" y="1134290"/>
                  <a:pt x="1114684" y="1134290"/>
                </a:cubicBezTo>
                <a:close/>
                <a:moveTo>
                  <a:pt x="896970" y="1134290"/>
                </a:moveTo>
                <a:cubicBezTo>
                  <a:pt x="911391" y="1134290"/>
                  <a:pt x="923081" y="1145980"/>
                  <a:pt x="923081" y="1160401"/>
                </a:cubicBezTo>
                <a:cubicBezTo>
                  <a:pt x="923081" y="1174822"/>
                  <a:pt x="911391" y="1186512"/>
                  <a:pt x="896970" y="1186512"/>
                </a:cubicBezTo>
                <a:cubicBezTo>
                  <a:pt x="882549" y="1186512"/>
                  <a:pt x="870859" y="1174822"/>
                  <a:pt x="870859" y="1160401"/>
                </a:cubicBezTo>
                <a:cubicBezTo>
                  <a:pt x="870859" y="1145980"/>
                  <a:pt x="882549" y="1134290"/>
                  <a:pt x="896970" y="1134290"/>
                </a:cubicBezTo>
                <a:close/>
                <a:moveTo>
                  <a:pt x="679255" y="1134290"/>
                </a:moveTo>
                <a:cubicBezTo>
                  <a:pt x="693676" y="1134290"/>
                  <a:pt x="705366" y="1145980"/>
                  <a:pt x="705366" y="1160401"/>
                </a:cubicBezTo>
                <a:cubicBezTo>
                  <a:pt x="705366" y="1174822"/>
                  <a:pt x="693676" y="1186512"/>
                  <a:pt x="679255" y="1186512"/>
                </a:cubicBezTo>
                <a:cubicBezTo>
                  <a:pt x="664834" y="1186512"/>
                  <a:pt x="653144" y="1174822"/>
                  <a:pt x="653144" y="1160401"/>
                </a:cubicBezTo>
                <a:cubicBezTo>
                  <a:pt x="653144" y="1145980"/>
                  <a:pt x="664834" y="1134290"/>
                  <a:pt x="679255" y="1134290"/>
                </a:cubicBezTo>
                <a:close/>
                <a:moveTo>
                  <a:pt x="461541" y="1134290"/>
                </a:moveTo>
                <a:cubicBezTo>
                  <a:pt x="475962" y="1134290"/>
                  <a:pt x="487652" y="1145980"/>
                  <a:pt x="487652" y="1160401"/>
                </a:cubicBezTo>
                <a:cubicBezTo>
                  <a:pt x="487652" y="1174822"/>
                  <a:pt x="475962" y="1186512"/>
                  <a:pt x="461541" y="1186512"/>
                </a:cubicBezTo>
                <a:cubicBezTo>
                  <a:pt x="447120" y="1186512"/>
                  <a:pt x="435430" y="1174822"/>
                  <a:pt x="435430" y="1160401"/>
                </a:cubicBezTo>
                <a:cubicBezTo>
                  <a:pt x="435430" y="1145980"/>
                  <a:pt x="447120" y="1134290"/>
                  <a:pt x="461541" y="1134290"/>
                </a:cubicBezTo>
                <a:close/>
                <a:moveTo>
                  <a:pt x="243827" y="1134290"/>
                </a:moveTo>
                <a:cubicBezTo>
                  <a:pt x="258248" y="1134290"/>
                  <a:pt x="269938" y="1145980"/>
                  <a:pt x="269938" y="1160401"/>
                </a:cubicBezTo>
                <a:cubicBezTo>
                  <a:pt x="269938" y="1174822"/>
                  <a:pt x="258248" y="1186512"/>
                  <a:pt x="243827" y="1186512"/>
                </a:cubicBezTo>
                <a:cubicBezTo>
                  <a:pt x="229406" y="1186512"/>
                  <a:pt x="217716" y="1174822"/>
                  <a:pt x="217716" y="1160401"/>
                </a:cubicBezTo>
                <a:cubicBezTo>
                  <a:pt x="217716" y="1145980"/>
                  <a:pt x="229406" y="1134290"/>
                  <a:pt x="243827" y="1134290"/>
                </a:cubicBezTo>
                <a:close/>
                <a:moveTo>
                  <a:pt x="26113" y="1134290"/>
                </a:moveTo>
                <a:cubicBezTo>
                  <a:pt x="40534" y="1134290"/>
                  <a:pt x="52224" y="1145980"/>
                  <a:pt x="52224" y="1160401"/>
                </a:cubicBezTo>
                <a:cubicBezTo>
                  <a:pt x="52224" y="1174822"/>
                  <a:pt x="40534" y="1186512"/>
                  <a:pt x="26113" y="1186512"/>
                </a:cubicBezTo>
                <a:cubicBezTo>
                  <a:pt x="11692" y="1186512"/>
                  <a:pt x="2" y="1174822"/>
                  <a:pt x="2" y="1160401"/>
                </a:cubicBezTo>
                <a:cubicBezTo>
                  <a:pt x="2" y="1145980"/>
                  <a:pt x="11692" y="1134290"/>
                  <a:pt x="26113" y="1134290"/>
                </a:cubicBezTo>
                <a:close/>
                <a:moveTo>
                  <a:pt x="1550112" y="907432"/>
                </a:moveTo>
                <a:cubicBezTo>
                  <a:pt x="1564533" y="907432"/>
                  <a:pt x="1576223" y="919122"/>
                  <a:pt x="1576223" y="933543"/>
                </a:cubicBezTo>
                <a:cubicBezTo>
                  <a:pt x="1576223" y="947964"/>
                  <a:pt x="1564533" y="959654"/>
                  <a:pt x="1550112" y="959654"/>
                </a:cubicBezTo>
                <a:cubicBezTo>
                  <a:pt x="1535691" y="959654"/>
                  <a:pt x="1524001" y="947964"/>
                  <a:pt x="1524001" y="933543"/>
                </a:cubicBezTo>
                <a:cubicBezTo>
                  <a:pt x="1524001" y="919122"/>
                  <a:pt x="1535691" y="907432"/>
                  <a:pt x="1550112" y="907432"/>
                </a:cubicBezTo>
                <a:close/>
                <a:moveTo>
                  <a:pt x="1332398" y="907432"/>
                </a:moveTo>
                <a:cubicBezTo>
                  <a:pt x="1346819" y="907432"/>
                  <a:pt x="1358509" y="919122"/>
                  <a:pt x="1358509" y="933543"/>
                </a:cubicBezTo>
                <a:cubicBezTo>
                  <a:pt x="1358509" y="947964"/>
                  <a:pt x="1346819" y="959654"/>
                  <a:pt x="1332398" y="959654"/>
                </a:cubicBezTo>
                <a:cubicBezTo>
                  <a:pt x="1317977" y="959654"/>
                  <a:pt x="1306287" y="947964"/>
                  <a:pt x="1306287" y="933543"/>
                </a:cubicBezTo>
                <a:cubicBezTo>
                  <a:pt x="1306287" y="919122"/>
                  <a:pt x="1317977" y="907432"/>
                  <a:pt x="1332398" y="907432"/>
                </a:cubicBezTo>
                <a:close/>
                <a:moveTo>
                  <a:pt x="1114685" y="907432"/>
                </a:moveTo>
                <a:cubicBezTo>
                  <a:pt x="1129106" y="907432"/>
                  <a:pt x="1140796" y="919122"/>
                  <a:pt x="1140796" y="933543"/>
                </a:cubicBezTo>
                <a:cubicBezTo>
                  <a:pt x="1140796" y="947964"/>
                  <a:pt x="1129106" y="959654"/>
                  <a:pt x="1114685" y="959654"/>
                </a:cubicBezTo>
                <a:cubicBezTo>
                  <a:pt x="1100264" y="959654"/>
                  <a:pt x="1088574" y="947964"/>
                  <a:pt x="1088574" y="933543"/>
                </a:cubicBezTo>
                <a:cubicBezTo>
                  <a:pt x="1088574" y="919122"/>
                  <a:pt x="1100264" y="907432"/>
                  <a:pt x="1114685" y="907432"/>
                </a:cubicBezTo>
                <a:close/>
                <a:moveTo>
                  <a:pt x="896971" y="907432"/>
                </a:moveTo>
                <a:cubicBezTo>
                  <a:pt x="911392" y="907432"/>
                  <a:pt x="923082" y="919122"/>
                  <a:pt x="923082" y="933543"/>
                </a:cubicBezTo>
                <a:cubicBezTo>
                  <a:pt x="923082" y="947964"/>
                  <a:pt x="911392" y="959654"/>
                  <a:pt x="896971" y="959654"/>
                </a:cubicBezTo>
                <a:cubicBezTo>
                  <a:pt x="882550" y="959654"/>
                  <a:pt x="870860" y="947964"/>
                  <a:pt x="870860" y="933543"/>
                </a:cubicBezTo>
                <a:cubicBezTo>
                  <a:pt x="870860" y="919122"/>
                  <a:pt x="882550" y="907432"/>
                  <a:pt x="896971" y="907432"/>
                </a:cubicBezTo>
                <a:close/>
                <a:moveTo>
                  <a:pt x="679256" y="907432"/>
                </a:moveTo>
                <a:cubicBezTo>
                  <a:pt x="693677" y="907432"/>
                  <a:pt x="705367" y="919122"/>
                  <a:pt x="705367" y="933543"/>
                </a:cubicBezTo>
                <a:cubicBezTo>
                  <a:pt x="705367" y="947964"/>
                  <a:pt x="693677" y="959654"/>
                  <a:pt x="679256" y="959654"/>
                </a:cubicBezTo>
                <a:cubicBezTo>
                  <a:pt x="664835" y="959654"/>
                  <a:pt x="653145" y="947964"/>
                  <a:pt x="653145" y="933543"/>
                </a:cubicBezTo>
                <a:cubicBezTo>
                  <a:pt x="653145" y="919122"/>
                  <a:pt x="664835" y="907432"/>
                  <a:pt x="679256" y="907432"/>
                </a:cubicBezTo>
                <a:close/>
                <a:moveTo>
                  <a:pt x="461542" y="907432"/>
                </a:moveTo>
                <a:cubicBezTo>
                  <a:pt x="475963" y="907432"/>
                  <a:pt x="487653" y="919122"/>
                  <a:pt x="487653" y="933543"/>
                </a:cubicBezTo>
                <a:cubicBezTo>
                  <a:pt x="487653" y="947964"/>
                  <a:pt x="475963" y="959654"/>
                  <a:pt x="461542" y="959654"/>
                </a:cubicBezTo>
                <a:cubicBezTo>
                  <a:pt x="447121" y="959654"/>
                  <a:pt x="435431" y="947964"/>
                  <a:pt x="435431" y="933543"/>
                </a:cubicBezTo>
                <a:cubicBezTo>
                  <a:pt x="435431" y="919122"/>
                  <a:pt x="447121" y="907432"/>
                  <a:pt x="461542" y="907432"/>
                </a:cubicBezTo>
                <a:close/>
                <a:moveTo>
                  <a:pt x="243828" y="907432"/>
                </a:moveTo>
                <a:cubicBezTo>
                  <a:pt x="258249" y="907432"/>
                  <a:pt x="269939" y="919122"/>
                  <a:pt x="269939" y="933543"/>
                </a:cubicBezTo>
                <a:cubicBezTo>
                  <a:pt x="269939" y="947964"/>
                  <a:pt x="258249" y="959654"/>
                  <a:pt x="243828" y="959654"/>
                </a:cubicBezTo>
                <a:cubicBezTo>
                  <a:pt x="229407" y="959654"/>
                  <a:pt x="217717" y="947964"/>
                  <a:pt x="217717" y="933543"/>
                </a:cubicBezTo>
                <a:cubicBezTo>
                  <a:pt x="217717" y="919122"/>
                  <a:pt x="229407" y="907432"/>
                  <a:pt x="243828" y="907432"/>
                </a:cubicBezTo>
                <a:close/>
                <a:moveTo>
                  <a:pt x="26114" y="907432"/>
                </a:moveTo>
                <a:cubicBezTo>
                  <a:pt x="40535" y="907432"/>
                  <a:pt x="52225" y="919122"/>
                  <a:pt x="52225" y="933543"/>
                </a:cubicBezTo>
                <a:cubicBezTo>
                  <a:pt x="52225" y="947964"/>
                  <a:pt x="40535" y="959654"/>
                  <a:pt x="26114" y="959654"/>
                </a:cubicBezTo>
                <a:cubicBezTo>
                  <a:pt x="11693" y="959654"/>
                  <a:pt x="3" y="947964"/>
                  <a:pt x="3" y="933543"/>
                </a:cubicBezTo>
                <a:cubicBezTo>
                  <a:pt x="3" y="919122"/>
                  <a:pt x="11693" y="907432"/>
                  <a:pt x="26114" y="907432"/>
                </a:cubicBezTo>
                <a:close/>
                <a:moveTo>
                  <a:pt x="1550113" y="680574"/>
                </a:moveTo>
                <a:cubicBezTo>
                  <a:pt x="1564534" y="680574"/>
                  <a:pt x="1576224" y="692264"/>
                  <a:pt x="1576224" y="706685"/>
                </a:cubicBezTo>
                <a:cubicBezTo>
                  <a:pt x="1576224" y="721106"/>
                  <a:pt x="1564534" y="732796"/>
                  <a:pt x="1550113" y="732796"/>
                </a:cubicBezTo>
                <a:cubicBezTo>
                  <a:pt x="1535692" y="732796"/>
                  <a:pt x="1524002" y="721106"/>
                  <a:pt x="1524002" y="706685"/>
                </a:cubicBezTo>
                <a:cubicBezTo>
                  <a:pt x="1524002" y="692264"/>
                  <a:pt x="1535692" y="680574"/>
                  <a:pt x="1550113" y="680574"/>
                </a:cubicBezTo>
                <a:close/>
                <a:moveTo>
                  <a:pt x="1332399" y="680574"/>
                </a:moveTo>
                <a:cubicBezTo>
                  <a:pt x="1346820" y="680574"/>
                  <a:pt x="1358510" y="692264"/>
                  <a:pt x="1358510" y="706685"/>
                </a:cubicBezTo>
                <a:cubicBezTo>
                  <a:pt x="1358510" y="721106"/>
                  <a:pt x="1346820" y="732796"/>
                  <a:pt x="1332399" y="732796"/>
                </a:cubicBezTo>
                <a:cubicBezTo>
                  <a:pt x="1317978" y="732796"/>
                  <a:pt x="1306288" y="721106"/>
                  <a:pt x="1306288" y="706685"/>
                </a:cubicBezTo>
                <a:cubicBezTo>
                  <a:pt x="1306288" y="692264"/>
                  <a:pt x="1317978" y="680574"/>
                  <a:pt x="1332399" y="680574"/>
                </a:cubicBezTo>
                <a:close/>
                <a:moveTo>
                  <a:pt x="1114686" y="680574"/>
                </a:moveTo>
                <a:cubicBezTo>
                  <a:pt x="1129107" y="680574"/>
                  <a:pt x="1140797" y="692264"/>
                  <a:pt x="1140797" y="706685"/>
                </a:cubicBezTo>
                <a:cubicBezTo>
                  <a:pt x="1140797" y="721106"/>
                  <a:pt x="1129107" y="732796"/>
                  <a:pt x="1114686" y="732796"/>
                </a:cubicBezTo>
                <a:cubicBezTo>
                  <a:pt x="1100265" y="732796"/>
                  <a:pt x="1088575" y="721106"/>
                  <a:pt x="1088575" y="706685"/>
                </a:cubicBezTo>
                <a:cubicBezTo>
                  <a:pt x="1088575" y="692264"/>
                  <a:pt x="1100265" y="680574"/>
                  <a:pt x="1114686" y="680574"/>
                </a:cubicBezTo>
                <a:close/>
                <a:moveTo>
                  <a:pt x="896972" y="680574"/>
                </a:moveTo>
                <a:cubicBezTo>
                  <a:pt x="911393" y="680574"/>
                  <a:pt x="923083" y="692264"/>
                  <a:pt x="923083" y="706685"/>
                </a:cubicBezTo>
                <a:cubicBezTo>
                  <a:pt x="923083" y="721106"/>
                  <a:pt x="911393" y="732796"/>
                  <a:pt x="896972" y="732796"/>
                </a:cubicBezTo>
                <a:cubicBezTo>
                  <a:pt x="882551" y="732796"/>
                  <a:pt x="870861" y="721106"/>
                  <a:pt x="870861" y="706685"/>
                </a:cubicBezTo>
                <a:cubicBezTo>
                  <a:pt x="870861" y="692264"/>
                  <a:pt x="882551" y="680574"/>
                  <a:pt x="896972" y="680574"/>
                </a:cubicBezTo>
                <a:close/>
                <a:moveTo>
                  <a:pt x="679257" y="680574"/>
                </a:moveTo>
                <a:cubicBezTo>
                  <a:pt x="693678" y="680574"/>
                  <a:pt x="705368" y="692264"/>
                  <a:pt x="705368" y="706685"/>
                </a:cubicBezTo>
                <a:cubicBezTo>
                  <a:pt x="705368" y="721106"/>
                  <a:pt x="693678" y="732796"/>
                  <a:pt x="679257" y="732796"/>
                </a:cubicBezTo>
                <a:cubicBezTo>
                  <a:pt x="664836" y="732796"/>
                  <a:pt x="653146" y="721106"/>
                  <a:pt x="653146" y="706685"/>
                </a:cubicBezTo>
                <a:cubicBezTo>
                  <a:pt x="653146" y="692264"/>
                  <a:pt x="664836" y="680574"/>
                  <a:pt x="679257" y="680574"/>
                </a:cubicBezTo>
                <a:close/>
                <a:moveTo>
                  <a:pt x="461543" y="680574"/>
                </a:moveTo>
                <a:cubicBezTo>
                  <a:pt x="475964" y="680574"/>
                  <a:pt x="487654" y="692264"/>
                  <a:pt x="487654" y="706685"/>
                </a:cubicBezTo>
                <a:cubicBezTo>
                  <a:pt x="487654" y="721106"/>
                  <a:pt x="475964" y="732796"/>
                  <a:pt x="461543" y="732796"/>
                </a:cubicBezTo>
                <a:cubicBezTo>
                  <a:pt x="447122" y="732796"/>
                  <a:pt x="435432" y="721106"/>
                  <a:pt x="435432" y="706685"/>
                </a:cubicBezTo>
                <a:cubicBezTo>
                  <a:pt x="435432" y="692264"/>
                  <a:pt x="447122" y="680574"/>
                  <a:pt x="461543" y="680574"/>
                </a:cubicBezTo>
                <a:close/>
                <a:moveTo>
                  <a:pt x="243829" y="680574"/>
                </a:moveTo>
                <a:cubicBezTo>
                  <a:pt x="258250" y="680574"/>
                  <a:pt x="269940" y="692264"/>
                  <a:pt x="269940" y="706685"/>
                </a:cubicBezTo>
                <a:cubicBezTo>
                  <a:pt x="269940" y="721106"/>
                  <a:pt x="258250" y="732796"/>
                  <a:pt x="243829" y="732796"/>
                </a:cubicBezTo>
                <a:cubicBezTo>
                  <a:pt x="229408" y="732796"/>
                  <a:pt x="217718" y="721106"/>
                  <a:pt x="217718" y="706685"/>
                </a:cubicBezTo>
                <a:cubicBezTo>
                  <a:pt x="217718" y="692264"/>
                  <a:pt x="229408" y="680574"/>
                  <a:pt x="243829" y="680574"/>
                </a:cubicBezTo>
                <a:close/>
                <a:moveTo>
                  <a:pt x="26115" y="680574"/>
                </a:moveTo>
                <a:cubicBezTo>
                  <a:pt x="40536" y="680574"/>
                  <a:pt x="52226" y="692264"/>
                  <a:pt x="52226" y="706685"/>
                </a:cubicBezTo>
                <a:cubicBezTo>
                  <a:pt x="52226" y="721106"/>
                  <a:pt x="40536" y="732796"/>
                  <a:pt x="26115" y="732796"/>
                </a:cubicBezTo>
                <a:cubicBezTo>
                  <a:pt x="11694" y="732796"/>
                  <a:pt x="4" y="721106"/>
                  <a:pt x="4" y="706685"/>
                </a:cubicBezTo>
                <a:cubicBezTo>
                  <a:pt x="4" y="692264"/>
                  <a:pt x="11694" y="680574"/>
                  <a:pt x="26115" y="680574"/>
                </a:cubicBezTo>
                <a:close/>
                <a:moveTo>
                  <a:pt x="26116" y="453717"/>
                </a:moveTo>
                <a:cubicBezTo>
                  <a:pt x="40537" y="453717"/>
                  <a:pt x="52227" y="465407"/>
                  <a:pt x="52227" y="479827"/>
                </a:cubicBezTo>
                <a:cubicBezTo>
                  <a:pt x="52227" y="494249"/>
                  <a:pt x="40537" y="505939"/>
                  <a:pt x="26116" y="505939"/>
                </a:cubicBezTo>
                <a:cubicBezTo>
                  <a:pt x="11695" y="505939"/>
                  <a:pt x="5" y="494249"/>
                  <a:pt x="5" y="479827"/>
                </a:cubicBezTo>
                <a:cubicBezTo>
                  <a:pt x="5" y="465407"/>
                  <a:pt x="11695" y="453717"/>
                  <a:pt x="26116" y="453717"/>
                </a:cubicBezTo>
                <a:close/>
                <a:moveTo>
                  <a:pt x="243830" y="453717"/>
                </a:moveTo>
                <a:cubicBezTo>
                  <a:pt x="258251" y="453717"/>
                  <a:pt x="269941" y="465407"/>
                  <a:pt x="269941" y="479827"/>
                </a:cubicBezTo>
                <a:cubicBezTo>
                  <a:pt x="269941" y="494249"/>
                  <a:pt x="258251" y="505939"/>
                  <a:pt x="243830" y="505939"/>
                </a:cubicBezTo>
                <a:cubicBezTo>
                  <a:pt x="229409" y="505939"/>
                  <a:pt x="217719" y="494249"/>
                  <a:pt x="217719" y="479827"/>
                </a:cubicBezTo>
                <a:cubicBezTo>
                  <a:pt x="217719" y="465407"/>
                  <a:pt x="229409" y="453717"/>
                  <a:pt x="243830" y="453717"/>
                </a:cubicBezTo>
                <a:close/>
                <a:moveTo>
                  <a:pt x="461544" y="453717"/>
                </a:moveTo>
                <a:cubicBezTo>
                  <a:pt x="475965" y="453717"/>
                  <a:pt x="487655" y="465407"/>
                  <a:pt x="487655" y="479827"/>
                </a:cubicBezTo>
                <a:cubicBezTo>
                  <a:pt x="487655" y="494249"/>
                  <a:pt x="475965" y="505939"/>
                  <a:pt x="461544" y="505939"/>
                </a:cubicBezTo>
                <a:cubicBezTo>
                  <a:pt x="447123" y="505939"/>
                  <a:pt x="435433" y="494249"/>
                  <a:pt x="435433" y="479827"/>
                </a:cubicBezTo>
                <a:cubicBezTo>
                  <a:pt x="435433" y="465407"/>
                  <a:pt x="447123" y="453717"/>
                  <a:pt x="461544" y="453717"/>
                </a:cubicBezTo>
                <a:close/>
                <a:moveTo>
                  <a:pt x="679258" y="453717"/>
                </a:moveTo>
                <a:cubicBezTo>
                  <a:pt x="693679" y="453717"/>
                  <a:pt x="705369" y="465407"/>
                  <a:pt x="705369" y="479827"/>
                </a:cubicBezTo>
                <a:cubicBezTo>
                  <a:pt x="705369" y="494249"/>
                  <a:pt x="693679" y="505939"/>
                  <a:pt x="679258" y="505939"/>
                </a:cubicBezTo>
                <a:cubicBezTo>
                  <a:pt x="664837" y="505939"/>
                  <a:pt x="653147" y="494249"/>
                  <a:pt x="653147" y="479827"/>
                </a:cubicBezTo>
                <a:cubicBezTo>
                  <a:pt x="653147" y="465407"/>
                  <a:pt x="664837" y="453717"/>
                  <a:pt x="679258" y="453717"/>
                </a:cubicBezTo>
                <a:close/>
                <a:moveTo>
                  <a:pt x="896973" y="453717"/>
                </a:moveTo>
                <a:cubicBezTo>
                  <a:pt x="911394" y="453717"/>
                  <a:pt x="923084" y="465406"/>
                  <a:pt x="923084" y="479827"/>
                </a:cubicBezTo>
                <a:cubicBezTo>
                  <a:pt x="923084" y="494248"/>
                  <a:pt x="911394" y="505939"/>
                  <a:pt x="896973" y="505939"/>
                </a:cubicBezTo>
                <a:cubicBezTo>
                  <a:pt x="882552" y="505939"/>
                  <a:pt x="870862" y="494248"/>
                  <a:pt x="870862" y="479827"/>
                </a:cubicBezTo>
                <a:cubicBezTo>
                  <a:pt x="870862" y="465406"/>
                  <a:pt x="882552" y="453717"/>
                  <a:pt x="896973" y="453717"/>
                </a:cubicBezTo>
                <a:close/>
                <a:moveTo>
                  <a:pt x="1114687" y="453717"/>
                </a:moveTo>
                <a:cubicBezTo>
                  <a:pt x="1129108" y="453717"/>
                  <a:pt x="1140798" y="465406"/>
                  <a:pt x="1140798" y="479827"/>
                </a:cubicBezTo>
                <a:cubicBezTo>
                  <a:pt x="1140798" y="494248"/>
                  <a:pt x="1129108" y="505938"/>
                  <a:pt x="1114687" y="505938"/>
                </a:cubicBezTo>
                <a:cubicBezTo>
                  <a:pt x="1100266" y="505938"/>
                  <a:pt x="1088576" y="494248"/>
                  <a:pt x="1088576" y="479827"/>
                </a:cubicBezTo>
                <a:cubicBezTo>
                  <a:pt x="1088576" y="465406"/>
                  <a:pt x="1100266" y="453717"/>
                  <a:pt x="1114687" y="453717"/>
                </a:cubicBezTo>
                <a:close/>
                <a:moveTo>
                  <a:pt x="1332400" y="453716"/>
                </a:moveTo>
                <a:cubicBezTo>
                  <a:pt x="1346821" y="453716"/>
                  <a:pt x="1358511" y="465406"/>
                  <a:pt x="1358511" y="479827"/>
                </a:cubicBezTo>
                <a:cubicBezTo>
                  <a:pt x="1358511" y="494248"/>
                  <a:pt x="1346821" y="505938"/>
                  <a:pt x="1332400" y="505938"/>
                </a:cubicBezTo>
                <a:cubicBezTo>
                  <a:pt x="1317979" y="505938"/>
                  <a:pt x="1306289" y="494248"/>
                  <a:pt x="1306289" y="479827"/>
                </a:cubicBezTo>
                <a:cubicBezTo>
                  <a:pt x="1306289" y="465406"/>
                  <a:pt x="1317979" y="453716"/>
                  <a:pt x="1332400" y="453716"/>
                </a:cubicBezTo>
                <a:close/>
                <a:moveTo>
                  <a:pt x="1550114" y="453716"/>
                </a:moveTo>
                <a:cubicBezTo>
                  <a:pt x="1564535" y="453716"/>
                  <a:pt x="1576225" y="465406"/>
                  <a:pt x="1576225" y="479827"/>
                </a:cubicBezTo>
                <a:cubicBezTo>
                  <a:pt x="1576225" y="494248"/>
                  <a:pt x="1564535" y="505938"/>
                  <a:pt x="1550114" y="505938"/>
                </a:cubicBezTo>
                <a:cubicBezTo>
                  <a:pt x="1535693" y="505938"/>
                  <a:pt x="1524003" y="494248"/>
                  <a:pt x="1524003" y="479827"/>
                </a:cubicBezTo>
                <a:cubicBezTo>
                  <a:pt x="1524003" y="465406"/>
                  <a:pt x="1535693" y="453716"/>
                  <a:pt x="1550114" y="453716"/>
                </a:cubicBezTo>
                <a:close/>
                <a:moveTo>
                  <a:pt x="1114688" y="226858"/>
                </a:moveTo>
                <a:cubicBezTo>
                  <a:pt x="1129109" y="226858"/>
                  <a:pt x="1140799" y="238548"/>
                  <a:pt x="1140799" y="252969"/>
                </a:cubicBezTo>
                <a:cubicBezTo>
                  <a:pt x="1140799" y="267390"/>
                  <a:pt x="1129109" y="279080"/>
                  <a:pt x="1114688" y="279080"/>
                </a:cubicBezTo>
                <a:cubicBezTo>
                  <a:pt x="1100267" y="279080"/>
                  <a:pt x="1088577" y="267390"/>
                  <a:pt x="1088577" y="252969"/>
                </a:cubicBezTo>
                <a:cubicBezTo>
                  <a:pt x="1088577" y="238548"/>
                  <a:pt x="1100267" y="226858"/>
                  <a:pt x="1114688" y="226858"/>
                </a:cubicBezTo>
                <a:close/>
                <a:moveTo>
                  <a:pt x="896974" y="226858"/>
                </a:moveTo>
                <a:cubicBezTo>
                  <a:pt x="911395" y="226858"/>
                  <a:pt x="923085" y="238548"/>
                  <a:pt x="923085" y="252969"/>
                </a:cubicBezTo>
                <a:cubicBezTo>
                  <a:pt x="923085" y="267390"/>
                  <a:pt x="911395" y="279080"/>
                  <a:pt x="896974" y="279080"/>
                </a:cubicBezTo>
                <a:cubicBezTo>
                  <a:pt x="882553" y="279080"/>
                  <a:pt x="870863" y="267390"/>
                  <a:pt x="870863" y="252969"/>
                </a:cubicBezTo>
                <a:cubicBezTo>
                  <a:pt x="870863" y="238548"/>
                  <a:pt x="882553" y="226858"/>
                  <a:pt x="896974" y="226858"/>
                </a:cubicBezTo>
                <a:close/>
                <a:moveTo>
                  <a:pt x="679259" y="226858"/>
                </a:moveTo>
                <a:cubicBezTo>
                  <a:pt x="693680" y="226858"/>
                  <a:pt x="705370" y="238548"/>
                  <a:pt x="705370" y="252970"/>
                </a:cubicBezTo>
                <a:cubicBezTo>
                  <a:pt x="705370" y="267391"/>
                  <a:pt x="693680" y="279080"/>
                  <a:pt x="679259" y="279080"/>
                </a:cubicBezTo>
                <a:cubicBezTo>
                  <a:pt x="664838" y="279080"/>
                  <a:pt x="653148" y="267391"/>
                  <a:pt x="653148" y="252970"/>
                </a:cubicBezTo>
                <a:cubicBezTo>
                  <a:pt x="653148" y="238548"/>
                  <a:pt x="664838" y="226858"/>
                  <a:pt x="679259" y="226858"/>
                </a:cubicBezTo>
                <a:close/>
                <a:moveTo>
                  <a:pt x="461545" y="226858"/>
                </a:moveTo>
                <a:cubicBezTo>
                  <a:pt x="475966" y="226858"/>
                  <a:pt x="487656" y="238549"/>
                  <a:pt x="487656" y="252970"/>
                </a:cubicBezTo>
                <a:cubicBezTo>
                  <a:pt x="487656" y="267391"/>
                  <a:pt x="475966" y="279081"/>
                  <a:pt x="461545" y="279081"/>
                </a:cubicBezTo>
                <a:cubicBezTo>
                  <a:pt x="447124" y="279081"/>
                  <a:pt x="435434" y="267391"/>
                  <a:pt x="435434" y="252970"/>
                </a:cubicBezTo>
                <a:cubicBezTo>
                  <a:pt x="435434" y="238549"/>
                  <a:pt x="447124" y="226858"/>
                  <a:pt x="461545" y="226858"/>
                </a:cubicBezTo>
                <a:close/>
                <a:moveTo>
                  <a:pt x="243831" y="226858"/>
                </a:moveTo>
                <a:cubicBezTo>
                  <a:pt x="258252" y="226858"/>
                  <a:pt x="269942" y="238549"/>
                  <a:pt x="269942" y="252970"/>
                </a:cubicBezTo>
                <a:cubicBezTo>
                  <a:pt x="269942" y="267391"/>
                  <a:pt x="258252" y="279081"/>
                  <a:pt x="243831" y="279081"/>
                </a:cubicBezTo>
                <a:cubicBezTo>
                  <a:pt x="229410" y="279081"/>
                  <a:pt x="217720" y="267391"/>
                  <a:pt x="217720" y="252970"/>
                </a:cubicBezTo>
                <a:cubicBezTo>
                  <a:pt x="217720" y="238549"/>
                  <a:pt x="229410" y="226858"/>
                  <a:pt x="243831" y="226858"/>
                </a:cubicBezTo>
                <a:close/>
                <a:moveTo>
                  <a:pt x="26117" y="226858"/>
                </a:moveTo>
                <a:cubicBezTo>
                  <a:pt x="40538" y="226858"/>
                  <a:pt x="52228" y="238549"/>
                  <a:pt x="52228" y="252970"/>
                </a:cubicBezTo>
                <a:cubicBezTo>
                  <a:pt x="52228" y="267391"/>
                  <a:pt x="40538" y="279081"/>
                  <a:pt x="26117" y="279081"/>
                </a:cubicBezTo>
                <a:cubicBezTo>
                  <a:pt x="11696" y="279081"/>
                  <a:pt x="6" y="267391"/>
                  <a:pt x="6" y="252970"/>
                </a:cubicBezTo>
                <a:cubicBezTo>
                  <a:pt x="6" y="238549"/>
                  <a:pt x="11696" y="226858"/>
                  <a:pt x="26117" y="226858"/>
                </a:cubicBezTo>
                <a:close/>
                <a:moveTo>
                  <a:pt x="1332401" y="226858"/>
                </a:moveTo>
                <a:cubicBezTo>
                  <a:pt x="1346822" y="226858"/>
                  <a:pt x="1358512" y="238548"/>
                  <a:pt x="1358512" y="252969"/>
                </a:cubicBezTo>
                <a:cubicBezTo>
                  <a:pt x="1358512" y="267390"/>
                  <a:pt x="1346822" y="279080"/>
                  <a:pt x="1332401" y="279080"/>
                </a:cubicBezTo>
                <a:cubicBezTo>
                  <a:pt x="1317980" y="279080"/>
                  <a:pt x="1306290" y="267390"/>
                  <a:pt x="1306290" y="252969"/>
                </a:cubicBezTo>
                <a:cubicBezTo>
                  <a:pt x="1306290" y="238548"/>
                  <a:pt x="1317980" y="226858"/>
                  <a:pt x="1332401" y="226858"/>
                </a:cubicBezTo>
                <a:close/>
                <a:moveTo>
                  <a:pt x="1550115" y="226858"/>
                </a:moveTo>
                <a:cubicBezTo>
                  <a:pt x="1564536" y="226858"/>
                  <a:pt x="1576226" y="238548"/>
                  <a:pt x="1576226" y="252969"/>
                </a:cubicBezTo>
                <a:cubicBezTo>
                  <a:pt x="1576226" y="267390"/>
                  <a:pt x="1564536" y="279080"/>
                  <a:pt x="1550115" y="279080"/>
                </a:cubicBezTo>
                <a:cubicBezTo>
                  <a:pt x="1535694" y="279080"/>
                  <a:pt x="1524004" y="267390"/>
                  <a:pt x="1524004" y="252969"/>
                </a:cubicBezTo>
                <a:cubicBezTo>
                  <a:pt x="1524004" y="238548"/>
                  <a:pt x="1535694" y="226858"/>
                  <a:pt x="1550115" y="226858"/>
                </a:cubicBezTo>
                <a:close/>
                <a:moveTo>
                  <a:pt x="26117" y="2"/>
                </a:moveTo>
                <a:cubicBezTo>
                  <a:pt x="40538" y="2"/>
                  <a:pt x="52228" y="11692"/>
                  <a:pt x="52228" y="26113"/>
                </a:cubicBezTo>
                <a:cubicBezTo>
                  <a:pt x="52228" y="40534"/>
                  <a:pt x="40538" y="52224"/>
                  <a:pt x="26117" y="52224"/>
                </a:cubicBezTo>
                <a:cubicBezTo>
                  <a:pt x="11696" y="52224"/>
                  <a:pt x="6" y="40534"/>
                  <a:pt x="6" y="26113"/>
                </a:cubicBezTo>
                <a:cubicBezTo>
                  <a:pt x="6" y="11692"/>
                  <a:pt x="11696" y="2"/>
                  <a:pt x="26117" y="2"/>
                </a:cubicBezTo>
                <a:close/>
                <a:moveTo>
                  <a:pt x="243831" y="1"/>
                </a:moveTo>
                <a:cubicBezTo>
                  <a:pt x="258252" y="1"/>
                  <a:pt x="269942" y="11691"/>
                  <a:pt x="269942" y="26112"/>
                </a:cubicBezTo>
                <a:cubicBezTo>
                  <a:pt x="269942" y="40534"/>
                  <a:pt x="258252" y="52224"/>
                  <a:pt x="243831" y="52224"/>
                </a:cubicBezTo>
                <a:cubicBezTo>
                  <a:pt x="229410" y="52224"/>
                  <a:pt x="217720" y="40534"/>
                  <a:pt x="217720" y="26112"/>
                </a:cubicBezTo>
                <a:cubicBezTo>
                  <a:pt x="217720" y="11691"/>
                  <a:pt x="229410" y="1"/>
                  <a:pt x="243831" y="1"/>
                </a:cubicBezTo>
                <a:close/>
                <a:moveTo>
                  <a:pt x="461545" y="1"/>
                </a:moveTo>
                <a:cubicBezTo>
                  <a:pt x="475966" y="1"/>
                  <a:pt x="487656" y="11691"/>
                  <a:pt x="487656" y="26112"/>
                </a:cubicBezTo>
                <a:cubicBezTo>
                  <a:pt x="487656" y="40534"/>
                  <a:pt x="475966" y="52224"/>
                  <a:pt x="461545" y="52224"/>
                </a:cubicBezTo>
                <a:cubicBezTo>
                  <a:pt x="447124" y="52224"/>
                  <a:pt x="435434" y="40534"/>
                  <a:pt x="435434" y="26112"/>
                </a:cubicBezTo>
                <a:cubicBezTo>
                  <a:pt x="435434" y="11691"/>
                  <a:pt x="447124" y="1"/>
                  <a:pt x="461545" y="1"/>
                </a:cubicBezTo>
                <a:close/>
                <a:moveTo>
                  <a:pt x="679259" y="1"/>
                </a:moveTo>
                <a:cubicBezTo>
                  <a:pt x="693680" y="1"/>
                  <a:pt x="705370" y="11691"/>
                  <a:pt x="705370" y="26112"/>
                </a:cubicBezTo>
                <a:cubicBezTo>
                  <a:pt x="705370" y="40533"/>
                  <a:pt x="693680" y="52223"/>
                  <a:pt x="679259" y="52223"/>
                </a:cubicBezTo>
                <a:cubicBezTo>
                  <a:pt x="664838" y="52223"/>
                  <a:pt x="653148" y="40533"/>
                  <a:pt x="653148" y="26112"/>
                </a:cubicBezTo>
                <a:cubicBezTo>
                  <a:pt x="653148" y="11691"/>
                  <a:pt x="664838" y="1"/>
                  <a:pt x="679259" y="1"/>
                </a:cubicBezTo>
                <a:close/>
                <a:moveTo>
                  <a:pt x="896974" y="1"/>
                </a:moveTo>
                <a:cubicBezTo>
                  <a:pt x="911395" y="1"/>
                  <a:pt x="923085" y="11691"/>
                  <a:pt x="923085" y="26112"/>
                </a:cubicBezTo>
                <a:cubicBezTo>
                  <a:pt x="923085" y="40533"/>
                  <a:pt x="911395" y="52223"/>
                  <a:pt x="896974" y="52223"/>
                </a:cubicBezTo>
                <a:cubicBezTo>
                  <a:pt x="882553" y="52223"/>
                  <a:pt x="870863" y="40533"/>
                  <a:pt x="870863" y="26112"/>
                </a:cubicBezTo>
                <a:cubicBezTo>
                  <a:pt x="870863" y="11691"/>
                  <a:pt x="882553" y="1"/>
                  <a:pt x="896974" y="1"/>
                </a:cubicBezTo>
                <a:close/>
                <a:moveTo>
                  <a:pt x="1114688" y="1"/>
                </a:moveTo>
                <a:cubicBezTo>
                  <a:pt x="1129109" y="1"/>
                  <a:pt x="1140799" y="11691"/>
                  <a:pt x="1140799" y="26112"/>
                </a:cubicBezTo>
                <a:cubicBezTo>
                  <a:pt x="1140799" y="40533"/>
                  <a:pt x="1129109" y="52223"/>
                  <a:pt x="1114688" y="52223"/>
                </a:cubicBezTo>
                <a:cubicBezTo>
                  <a:pt x="1100267" y="52223"/>
                  <a:pt x="1088577" y="40533"/>
                  <a:pt x="1088577" y="26112"/>
                </a:cubicBezTo>
                <a:cubicBezTo>
                  <a:pt x="1088577" y="11691"/>
                  <a:pt x="1100267" y="1"/>
                  <a:pt x="1114688" y="1"/>
                </a:cubicBezTo>
                <a:close/>
                <a:moveTo>
                  <a:pt x="1332401" y="0"/>
                </a:moveTo>
                <a:cubicBezTo>
                  <a:pt x="1346822" y="0"/>
                  <a:pt x="1358512" y="11690"/>
                  <a:pt x="1358512" y="26111"/>
                </a:cubicBezTo>
                <a:cubicBezTo>
                  <a:pt x="1358512" y="40533"/>
                  <a:pt x="1346822" y="52223"/>
                  <a:pt x="1332401" y="52223"/>
                </a:cubicBezTo>
                <a:cubicBezTo>
                  <a:pt x="1317980" y="52223"/>
                  <a:pt x="1306290" y="40533"/>
                  <a:pt x="1306290" y="26111"/>
                </a:cubicBezTo>
                <a:cubicBezTo>
                  <a:pt x="1306290" y="11690"/>
                  <a:pt x="1317980" y="0"/>
                  <a:pt x="1332401" y="0"/>
                </a:cubicBezTo>
                <a:close/>
                <a:moveTo>
                  <a:pt x="1550115" y="0"/>
                </a:moveTo>
                <a:cubicBezTo>
                  <a:pt x="1564536" y="0"/>
                  <a:pt x="1576226" y="11690"/>
                  <a:pt x="1576226" y="26111"/>
                </a:cubicBezTo>
                <a:cubicBezTo>
                  <a:pt x="1576226" y="40532"/>
                  <a:pt x="1564536" y="52222"/>
                  <a:pt x="1550115" y="52222"/>
                </a:cubicBezTo>
                <a:cubicBezTo>
                  <a:pt x="1535694" y="52222"/>
                  <a:pt x="1524004" y="40532"/>
                  <a:pt x="1524004" y="26111"/>
                </a:cubicBezTo>
                <a:cubicBezTo>
                  <a:pt x="1524004" y="11690"/>
                  <a:pt x="1535694" y="0"/>
                  <a:pt x="1550115" y="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2785FE87-FD3E-55AD-626C-1F8C7C95B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9A6AF2-20A0-D884-7B38-D23E23C2B7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696442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FA26CF-36C8-1784-F49E-EADA6BED87AB}"/>
              </a:ext>
            </a:extLst>
          </p:cNvPr>
          <p:cNvSpPr>
            <a:spLocks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96FDD0CB-A5D9-354A-B84E-7565E4C592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" t="7930" r="8019" b="9297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88B23C-DCD3-9B42-97A1-F789727EBE53}"/>
              </a:ext>
            </a:extLst>
          </p:cNvPr>
          <p:cNvSpPr/>
          <p:nvPr userDrawn="1"/>
        </p:nvSpPr>
        <p:spPr>
          <a:xfrm>
            <a:off x="223569" y="144806"/>
            <a:ext cx="11754932" cy="6584952"/>
          </a:xfrm>
          <a:prstGeom prst="rect">
            <a:avLst/>
          </a:prstGeom>
          <a:noFill/>
          <a:ln w="25400">
            <a:solidFill>
              <a:srgbClr val="FFD5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9BE94EE-E5FA-BA61-6AFB-B3480CB6B3ED}"/>
              </a:ext>
            </a:extLst>
          </p:cNvPr>
          <p:cNvSpPr/>
          <p:nvPr userDrawn="1"/>
        </p:nvSpPr>
        <p:spPr>
          <a:xfrm>
            <a:off x="11060349" y="294944"/>
            <a:ext cx="682819" cy="701666"/>
          </a:xfrm>
          <a:custGeom>
            <a:avLst/>
            <a:gdLst>
              <a:gd name="connsiteX0" fmla="*/ 1550109 w 1576226"/>
              <a:gd name="connsiteY0" fmla="*/ 1588006 h 1640228"/>
              <a:gd name="connsiteX1" fmla="*/ 1576220 w 1576226"/>
              <a:gd name="connsiteY1" fmla="*/ 1614117 h 1640228"/>
              <a:gd name="connsiteX2" fmla="*/ 1550109 w 1576226"/>
              <a:gd name="connsiteY2" fmla="*/ 1640228 h 1640228"/>
              <a:gd name="connsiteX3" fmla="*/ 1523998 w 1576226"/>
              <a:gd name="connsiteY3" fmla="*/ 1614117 h 1640228"/>
              <a:gd name="connsiteX4" fmla="*/ 1550109 w 1576226"/>
              <a:gd name="connsiteY4" fmla="*/ 1588006 h 1640228"/>
              <a:gd name="connsiteX5" fmla="*/ 1332395 w 1576226"/>
              <a:gd name="connsiteY5" fmla="*/ 1588006 h 1640228"/>
              <a:gd name="connsiteX6" fmla="*/ 1358506 w 1576226"/>
              <a:gd name="connsiteY6" fmla="*/ 1614117 h 1640228"/>
              <a:gd name="connsiteX7" fmla="*/ 1332395 w 1576226"/>
              <a:gd name="connsiteY7" fmla="*/ 1640228 h 1640228"/>
              <a:gd name="connsiteX8" fmla="*/ 1306284 w 1576226"/>
              <a:gd name="connsiteY8" fmla="*/ 1614117 h 1640228"/>
              <a:gd name="connsiteX9" fmla="*/ 1332395 w 1576226"/>
              <a:gd name="connsiteY9" fmla="*/ 1588006 h 1640228"/>
              <a:gd name="connsiteX10" fmla="*/ 1114682 w 1576226"/>
              <a:gd name="connsiteY10" fmla="*/ 1588006 h 1640228"/>
              <a:gd name="connsiteX11" fmla="*/ 1140793 w 1576226"/>
              <a:gd name="connsiteY11" fmla="*/ 1614117 h 1640228"/>
              <a:gd name="connsiteX12" fmla="*/ 1114682 w 1576226"/>
              <a:gd name="connsiteY12" fmla="*/ 1640228 h 1640228"/>
              <a:gd name="connsiteX13" fmla="*/ 1088571 w 1576226"/>
              <a:gd name="connsiteY13" fmla="*/ 1614117 h 1640228"/>
              <a:gd name="connsiteX14" fmla="*/ 1114682 w 1576226"/>
              <a:gd name="connsiteY14" fmla="*/ 1588006 h 1640228"/>
              <a:gd name="connsiteX15" fmla="*/ 896968 w 1576226"/>
              <a:gd name="connsiteY15" fmla="*/ 1588006 h 1640228"/>
              <a:gd name="connsiteX16" fmla="*/ 923079 w 1576226"/>
              <a:gd name="connsiteY16" fmla="*/ 1614117 h 1640228"/>
              <a:gd name="connsiteX17" fmla="*/ 896968 w 1576226"/>
              <a:gd name="connsiteY17" fmla="*/ 1640228 h 1640228"/>
              <a:gd name="connsiteX18" fmla="*/ 870857 w 1576226"/>
              <a:gd name="connsiteY18" fmla="*/ 1614117 h 1640228"/>
              <a:gd name="connsiteX19" fmla="*/ 896968 w 1576226"/>
              <a:gd name="connsiteY19" fmla="*/ 1588006 h 1640228"/>
              <a:gd name="connsiteX20" fmla="*/ 679253 w 1576226"/>
              <a:gd name="connsiteY20" fmla="*/ 1588006 h 1640228"/>
              <a:gd name="connsiteX21" fmla="*/ 705364 w 1576226"/>
              <a:gd name="connsiteY21" fmla="*/ 1614117 h 1640228"/>
              <a:gd name="connsiteX22" fmla="*/ 679253 w 1576226"/>
              <a:gd name="connsiteY22" fmla="*/ 1640228 h 1640228"/>
              <a:gd name="connsiteX23" fmla="*/ 653142 w 1576226"/>
              <a:gd name="connsiteY23" fmla="*/ 1614117 h 1640228"/>
              <a:gd name="connsiteX24" fmla="*/ 679253 w 1576226"/>
              <a:gd name="connsiteY24" fmla="*/ 1588006 h 1640228"/>
              <a:gd name="connsiteX25" fmla="*/ 461539 w 1576226"/>
              <a:gd name="connsiteY25" fmla="*/ 1588006 h 1640228"/>
              <a:gd name="connsiteX26" fmla="*/ 487650 w 1576226"/>
              <a:gd name="connsiteY26" fmla="*/ 1614117 h 1640228"/>
              <a:gd name="connsiteX27" fmla="*/ 461539 w 1576226"/>
              <a:gd name="connsiteY27" fmla="*/ 1640228 h 1640228"/>
              <a:gd name="connsiteX28" fmla="*/ 435428 w 1576226"/>
              <a:gd name="connsiteY28" fmla="*/ 1614117 h 1640228"/>
              <a:gd name="connsiteX29" fmla="*/ 461539 w 1576226"/>
              <a:gd name="connsiteY29" fmla="*/ 1588006 h 1640228"/>
              <a:gd name="connsiteX30" fmla="*/ 243825 w 1576226"/>
              <a:gd name="connsiteY30" fmla="*/ 1588006 h 1640228"/>
              <a:gd name="connsiteX31" fmla="*/ 269936 w 1576226"/>
              <a:gd name="connsiteY31" fmla="*/ 1614117 h 1640228"/>
              <a:gd name="connsiteX32" fmla="*/ 243825 w 1576226"/>
              <a:gd name="connsiteY32" fmla="*/ 1640228 h 1640228"/>
              <a:gd name="connsiteX33" fmla="*/ 217714 w 1576226"/>
              <a:gd name="connsiteY33" fmla="*/ 1614117 h 1640228"/>
              <a:gd name="connsiteX34" fmla="*/ 243825 w 1576226"/>
              <a:gd name="connsiteY34" fmla="*/ 1588006 h 1640228"/>
              <a:gd name="connsiteX35" fmla="*/ 26111 w 1576226"/>
              <a:gd name="connsiteY35" fmla="*/ 1588006 h 1640228"/>
              <a:gd name="connsiteX36" fmla="*/ 52222 w 1576226"/>
              <a:gd name="connsiteY36" fmla="*/ 1614117 h 1640228"/>
              <a:gd name="connsiteX37" fmla="*/ 26111 w 1576226"/>
              <a:gd name="connsiteY37" fmla="*/ 1640228 h 1640228"/>
              <a:gd name="connsiteX38" fmla="*/ 0 w 1576226"/>
              <a:gd name="connsiteY38" fmla="*/ 1614117 h 1640228"/>
              <a:gd name="connsiteX39" fmla="*/ 26111 w 1576226"/>
              <a:gd name="connsiteY39" fmla="*/ 1588006 h 1640228"/>
              <a:gd name="connsiteX40" fmla="*/ 1550110 w 1576226"/>
              <a:gd name="connsiteY40" fmla="*/ 1361148 h 1640228"/>
              <a:gd name="connsiteX41" fmla="*/ 1576221 w 1576226"/>
              <a:gd name="connsiteY41" fmla="*/ 1387259 h 1640228"/>
              <a:gd name="connsiteX42" fmla="*/ 1550110 w 1576226"/>
              <a:gd name="connsiteY42" fmla="*/ 1413370 h 1640228"/>
              <a:gd name="connsiteX43" fmla="*/ 1523999 w 1576226"/>
              <a:gd name="connsiteY43" fmla="*/ 1387259 h 1640228"/>
              <a:gd name="connsiteX44" fmla="*/ 1550110 w 1576226"/>
              <a:gd name="connsiteY44" fmla="*/ 1361148 h 1640228"/>
              <a:gd name="connsiteX45" fmla="*/ 1332396 w 1576226"/>
              <a:gd name="connsiteY45" fmla="*/ 1361148 h 1640228"/>
              <a:gd name="connsiteX46" fmla="*/ 1358507 w 1576226"/>
              <a:gd name="connsiteY46" fmla="*/ 1387259 h 1640228"/>
              <a:gd name="connsiteX47" fmla="*/ 1332396 w 1576226"/>
              <a:gd name="connsiteY47" fmla="*/ 1413370 h 1640228"/>
              <a:gd name="connsiteX48" fmla="*/ 1306285 w 1576226"/>
              <a:gd name="connsiteY48" fmla="*/ 1387259 h 1640228"/>
              <a:gd name="connsiteX49" fmla="*/ 1332396 w 1576226"/>
              <a:gd name="connsiteY49" fmla="*/ 1361148 h 1640228"/>
              <a:gd name="connsiteX50" fmla="*/ 1114683 w 1576226"/>
              <a:gd name="connsiteY50" fmla="*/ 1361148 h 1640228"/>
              <a:gd name="connsiteX51" fmla="*/ 1140794 w 1576226"/>
              <a:gd name="connsiteY51" fmla="*/ 1387259 h 1640228"/>
              <a:gd name="connsiteX52" fmla="*/ 1114683 w 1576226"/>
              <a:gd name="connsiteY52" fmla="*/ 1413370 h 1640228"/>
              <a:gd name="connsiteX53" fmla="*/ 1088572 w 1576226"/>
              <a:gd name="connsiteY53" fmla="*/ 1387259 h 1640228"/>
              <a:gd name="connsiteX54" fmla="*/ 1114683 w 1576226"/>
              <a:gd name="connsiteY54" fmla="*/ 1361148 h 1640228"/>
              <a:gd name="connsiteX55" fmla="*/ 896969 w 1576226"/>
              <a:gd name="connsiteY55" fmla="*/ 1361148 h 1640228"/>
              <a:gd name="connsiteX56" fmla="*/ 923080 w 1576226"/>
              <a:gd name="connsiteY56" fmla="*/ 1387259 h 1640228"/>
              <a:gd name="connsiteX57" fmla="*/ 896969 w 1576226"/>
              <a:gd name="connsiteY57" fmla="*/ 1413370 h 1640228"/>
              <a:gd name="connsiteX58" fmla="*/ 870858 w 1576226"/>
              <a:gd name="connsiteY58" fmla="*/ 1387259 h 1640228"/>
              <a:gd name="connsiteX59" fmla="*/ 896969 w 1576226"/>
              <a:gd name="connsiteY59" fmla="*/ 1361148 h 1640228"/>
              <a:gd name="connsiteX60" fmla="*/ 679254 w 1576226"/>
              <a:gd name="connsiteY60" fmla="*/ 1361148 h 1640228"/>
              <a:gd name="connsiteX61" fmla="*/ 705365 w 1576226"/>
              <a:gd name="connsiteY61" fmla="*/ 1387259 h 1640228"/>
              <a:gd name="connsiteX62" fmla="*/ 679254 w 1576226"/>
              <a:gd name="connsiteY62" fmla="*/ 1413370 h 1640228"/>
              <a:gd name="connsiteX63" fmla="*/ 653143 w 1576226"/>
              <a:gd name="connsiteY63" fmla="*/ 1387259 h 1640228"/>
              <a:gd name="connsiteX64" fmla="*/ 679254 w 1576226"/>
              <a:gd name="connsiteY64" fmla="*/ 1361148 h 1640228"/>
              <a:gd name="connsiteX65" fmla="*/ 461540 w 1576226"/>
              <a:gd name="connsiteY65" fmla="*/ 1361148 h 1640228"/>
              <a:gd name="connsiteX66" fmla="*/ 487651 w 1576226"/>
              <a:gd name="connsiteY66" fmla="*/ 1387259 h 1640228"/>
              <a:gd name="connsiteX67" fmla="*/ 461540 w 1576226"/>
              <a:gd name="connsiteY67" fmla="*/ 1413370 h 1640228"/>
              <a:gd name="connsiteX68" fmla="*/ 435429 w 1576226"/>
              <a:gd name="connsiteY68" fmla="*/ 1387259 h 1640228"/>
              <a:gd name="connsiteX69" fmla="*/ 461540 w 1576226"/>
              <a:gd name="connsiteY69" fmla="*/ 1361148 h 1640228"/>
              <a:gd name="connsiteX70" fmla="*/ 243826 w 1576226"/>
              <a:gd name="connsiteY70" fmla="*/ 1361148 h 1640228"/>
              <a:gd name="connsiteX71" fmla="*/ 269937 w 1576226"/>
              <a:gd name="connsiteY71" fmla="*/ 1387259 h 1640228"/>
              <a:gd name="connsiteX72" fmla="*/ 243826 w 1576226"/>
              <a:gd name="connsiteY72" fmla="*/ 1413370 h 1640228"/>
              <a:gd name="connsiteX73" fmla="*/ 217715 w 1576226"/>
              <a:gd name="connsiteY73" fmla="*/ 1387259 h 1640228"/>
              <a:gd name="connsiteX74" fmla="*/ 243826 w 1576226"/>
              <a:gd name="connsiteY74" fmla="*/ 1361148 h 1640228"/>
              <a:gd name="connsiteX75" fmla="*/ 26112 w 1576226"/>
              <a:gd name="connsiteY75" fmla="*/ 1361148 h 1640228"/>
              <a:gd name="connsiteX76" fmla="*/ 52223 w 1576226"/>
              <a:gd name="connsiteY76" fmla="*/ 1387259 h 1640228"/>
              <a:gd name="connsiteX77" fmla="*/ 26112 w 1576226"/>
              <a:gd name="connsiteY77" fmla="*/ 1413370 h 1640228"/>
              <a:gd name="connsiteX78" fmla="*/ 1 w 1576226"/>
              <a:gd name="connsiteY78" fmla="*/ 1387259 h 1640228"/>
              <a:gd name="connsiteX79" fmla="*/ 26112 w 1576226"/>
              <a:gd name="connsiteY79" fmla="*/ 1361148 h 1640228"/>
              <a:gd name="connsiteX80" fmla="*/ 1550111 w 1576226"/>
              <a:gd name="connsiteY80" fmla="*/ 1134290 h 1640228"/>
              <a:gd name="connsiteX81" fmla="*/ 1576222 w 1576226"/>
              <a:gd name="connsiteY81" fmla="*/ 1160401 h 1640228"/>
              <a:gd name="connsiteX82" fmla="*/ 1550111 w 1576226"/>
              <a:gd name="connsiteY82" fmla="*/ 1186512 h 1640228"/>
              <a:gd name="connsiteX83" fmla="*/ 1524000 w 1576226"/>
              <a:gd name="connsiteY83" fmla="*/ 1160401 h 1640228"/>
              <a:gd name="connsiteX84" fmla="*/ 1550111 w 1576226"/>
              <a:gd name="connsiteY84" fmla="*/ 1134290 h 1640228"/>
              <a:gd name="connsiteX85" fmla="*/ 1332397 w 1576226"/>
              <a:gd name="connsiteY85" fmla="*/ 1134290 h 1640228"/>
              <a:gd name="connsiteX86" fmla="*/ 1358508 w 1576226"/>
              <a:gd name="connsiteY86" fmla="*/ 1160401 h 1640228"/>
              <a:gd name="connsiteX87" fmla="*/ 1332397 w 1576226"/>
              <a:gd name="connsiteY87" fmla="*/ 1186512 h 1640228"/>
              <a:gd name="connsiteX88" fmla="*/ 1306286 w 1576226"/>
              <a:gd name="connsiteY88" fmla="*/ 1160401 h 1640228"/>
              <a:gd name="connsiteX89" fmla="*/ 1332397 w 1576226"/>
              <a:gd name="connsiteY89" fmla="*/ 1134290 h 1640228"/>
              <a:gd name="connsiteX90" fmla="*/ 1114684 w 1576226"/>
              <a:gd name="connsiteY90" fmla="*/ 1134290 h 1640228"/>
              <a:gd name="connsiteX91" fmla="*/ 1140795 w 1576226"/>
              <a:gd name="connsiteY91" fmla="*/ 1160401 h 1640228"/>
              <a:gd name="connsiteX92" fmla="*/ 1114684 w 1576226"/>
              <a:gd name="connsiteY92" fmla="*/ 1186512 h 1640228"/>
              <a:gd name="connsiteX93" fmla="*/ 1088573 w 1576226"/>
              <a:gd name="connsiteY93" fmla="*/ 1160401 h 1640228"/>
              <a:gd name="connsiteX94" fmla="*/ 1114684 w 1576226"/>
              <a:gd name="connsiteY94" fmla="*/ 1134290 h 1640228"/>
              <a:gd name="connsiteX95" fmla="*/ 896970 w 1576226"/>
              <a:gd name="connsiteY95" fmla="*/ 1134290 h 1640228"/>
              <a:gd name="connsiteX96" fmla="*/ 923081 w 1576226"/>
              <a:gd name="connsiteY96" fmla="*/ 1160401 h 1640228"/>
              <a:gd name="connsiteX97" fmla="*/ 896970 w 1576226"/>
              <a:gd name="connsiteY97" fmla="*/ 1186512 h 1640228"/>
              <a:gd name="connsiteX98" fmla="*/ 870859 w 1576226"/>
              <a:gd name="connsiteY98" fmla="*/ 1160401 h 1640228"/>
              <a:gd name="connsiteX99" fmla="*/ 896970 w 1576226"/>
              <a:gd name="connsiteY99" fmla="*/ 1134290 h 1640228"/>
              <a:gd name="connsiteX100" fmla="*/ 679255 w 1576226"/>
              <a:gd name="connsiteY100" fmla="*/ 1134290 h 1640228"/>
              <a:gd name="connsiteX101" fmla="*/ 705366 w 1576226"/>
              <a:gd name="connsiteY101" fmla="*/ 1160401 h 1640228"/>
              <a:gd name="connsiteX102" fmla="*/ 679255 w 1576226"/>
              <a:gd name="connsiteY102" fmla="*/ 1186512 h 1640228"/>
              <a:gd name="connsiteX103" fmla="*/ 653144 w 1576226"/>
              <a:gd name="connsiteY103" fmla="*/ 1160401 h 1640228"/>
              <a:gd name="connsiteX104" fmla="*/ 679255 w 1576226"/>
              <a:gd name="connsiteY104" fmla="*/ 1134290 h 1640228"/>
              <a:gd name="connsiteX105" fmla="*/ 461541 w 1576226"/>
              <a:gd name="connsiteY105" fmla="*/ 1134290 h 1640228"/>
              <a:gd name="connsiteX106" fmla="*/ 487652 w 1576226"/>
              <a:gd name="connsiteY106" fmla="*/ 1160401 h 1640228"/>
              <a:gd name="connsiteX107" fmla="*/ 461541 w 1576226"/>
              <a:gd name="connsiteY107" fmla="*/ 1186512 h 1640228"/>
              <a:gd name="connsiteX108" fmla="*/ 435430 w 1576226"/>
              <a:gd name="connsiteY108" fmla="*/ 1160401 h 1640228"/>
              <a:gd name="connsiteX109" fmla="*/ 461541 w 1576226"/>
              <a:gd name="connsiteY109" fmla="*/ 1134290 h 1640228"/>
              <a:gd name="connsiteX110" fmla="*/ 243827 w 1576226"/>
              <a:gd name="connsiteY110" fmla="*/ 1134290 h 1640228"/>
              <a:gd name="connsiteX111" fmla="*/ 269938 w 1576226"/>
              <a:gd name="connsiteY111" fmla="*/ 1160401 h 1640228"/>
              <a:gd name="connsiteX112" fmla="*/ 243827 w 1576226"/>
              <a:gd name="connsiteY112" fmla="*/ 1186512 h 1640228"/>
              <a:gd name="connsiteX113" fmla="*/ 217716 w 1576226"/>
              <a:gd name="connsiteY113" fmla="*/ 1160401 h 1640228"/>
              <a:gd name="connsiteX114" fmla="*/ 243827 w 1576226"/>
              <a:gd name="connsiteY114" fmla="*/ 1134290 h 1640228"/>
              <a:gd name="connsiteX115" fmla="*/ 26113 w 1576226"/>
              <a:gd name="connsiteY115" fmla="*/ 1134290 h 1640228"/>
              <a:gd name="connsiteX116" fmla="*/ 52224 w 1576226"/>
              <a:gd name="connsiteY116" fmla="*/ 1160401 h 1640228"/>
              <a:gd name="connsiteX117" fmla="*/ 26113 w 1576226"/>
              <a:gd name="connsiteY117" fmla="*/ 1186512 h 1640228"/>
              <a:gd name="connsiteX118" fmla="*/ 2 w 1576226"/>
              <a:gd name="connsiteY118" fmla="*/ 1160401 h 1640228"/>
              <a:gd name="connsiteX119" fmla="*/ 26113 w 1576226"/>
              <a:gd name="connsiteY119" fmla="*/ 1134290 h 1640228"/>
              <a:gd name="connsiteX120" fmla="*/ 1550112 w 1576226"/>
              <a:gd name="connsiteY120" fmla="*/ 907432 h 1640228"/>
              <a:gd name="connsiteX121" fmla="*/ 1576223 w 1576226"/>
              <a:gd name="connsiteY121" fmla="*/ 933543 h 1640228"/>
              <a:gd name="connsiteX122" fmla="*/ 1550112 w 1576226"/>
              <a:gd name="connsiteY122" fmla="*/ 959654 h 1640228"/>
              <a:gd name="connsiteX123" fmla="*/ 1524001 w 1576226"/>
              <a:gd name="connsiteY123" fmla="*/ 933543 h 1640228"/>
              <a:gd name="connsiteX124" fmla="*/ 1550112 w 1576226"/>
              <a:gd name="connsiteY124" fmla="*/ 907432 h 1640228"/>
              <a:gd name="connsiteX125" fmla="*/ 1332398 w 1576226"/>
              <a:gd name="connsiteY125" fmla="*/ 907432 h 1640228"/>
              <a:gd name="connsiteX126" fmla="*/ 1358509 w 1576226"/>
              <a:gd name="connsiteY126" fmla="*/ 933543 h 1640228"/>
              <a:gd name="connsiteX127" fmla="*/ 1332398 w 1576226"/>
              <a:gd name="connsiteY127" fmla="*/ 959654 h 1640228"/>
              <a:gd name="connsiteX128" fmla="*/ 1306287 w 1576226"/>
              <a:gd name="connsiteY128" fmla="*/ 933543 h 1640228"/>
              <a:gd name="connsiteX129" fmla="*/ 1332398 w 1576226"/>
              <a:gd name="connsiteY129" fmla="*/ 907432 h 1640228"/>
              <a:gd name="connsiteX130" fmla="*/ 1114685 w 1576226"/>
              <a:gd name="connsiteY130" fmla="*/ 907432 h 1640228"/>
              <a:gd name="connsiteX131" fmla="*/ 1140796 w 1576226"/>
              <a:gd name="connsiteY131" fmla="*/ 933543 h 1640228"/>
              <a:gd name="connsiteX132" fmla="*/ 1114685 w 1576226"/>
              <a:gd name="connsiteY132" fmla="*/ 959654 h 1640228"/>
              <a:gd name="connsiteX133" fmla="*/ 1088574 w 1576226"/>
              <a:gd name="connsiteY133" fmla="*/ 933543 h 1640228"/>
              <a:gd name="connsiteX134" fmla="*/ 1114685 w 1576226"/>
              <a:gd name="connsiteY134" fmla="*/ 907432 h 1640228"/>
              <a:gd name="connsiteX135" fmla="*/ 896971 w 1576226"/>
              <a:gd name="connsiteY135" fmla="*/ 907432 h 1640228"/>
              <a:gd name="connsiteX136" fmla="*/ 923082 w 1576226"/>
              <a:gd name="connsiteY136" fmla="*/ 933543 h 1640228"/>
              <a:gd name="connsiteX137" fmla="*/ 896971 w 1576226"/>
              <a:gd name="connsiteY137" fmla="*/ 959654 h 1640228"/>
              <a:gd name="connsiteX138" fmla="*/ 870860 w 1576226"/>
              <a:gd name="connsiteY138" fmla="*/ 933543 h 1640228"/>
              <a:gd name="connsiteX139" fmla="*/ 896971 w 1576226"/>
              <a:gd name="connsiteY139" fmla="*/ 907432 h 1640228"/>
              <a:gd name="connsiteX140" fmla="*/ 679256 w 1576226"/>
              <a:gd name="connsiteY140" fmla="*/ 907432 h 1640228"/>
              <a:gd name="connsiteX141" fmla="*/ 705367 w 1576226"/>
              <a:gd name="connsiteY141" fmla="*/ 933543 h 1640228"/>
              <a:gd name="connsiteX142" fmla="*/ 679256 w 1576226"/>
              <a:gd name="connsiteY142" fmla="*/ 959654 h 1640228"/>
              <a:gd name="connsiteX143" fmla="*/ 653145 w 1576226"/>
              <a:gd name="connsiteY143" fmla="*/ 933543 h 1640228"/>
              <a:gd name="connsiteX144" fmla="*/ 679256 w 1576226"/>
              <a:gd name="connsiteY144" fmla="*/ 907432 h 1640228"/>
              <a:gd name="connsiteX145" fmla="*/ 461542 w 1576226"/>
              <a:gd name="connsiteY145" fmla="*/ 907432 h 1640228"/>
              <a:gd name="connsiteX146" fmla="*/ 487653 w 1576226"/>
              <a:gd name="connsiteY146" fmla="*/ 933543 h 1640228"/>
              <a:gd name="connsiteX147" fmla="*/ 461542 w 1576226"/>
              <a:gd name="connsiteY147" fmla="*/ 959654 h 1640228"/>
              <a:gd name="connsiteX148" fmla="*/ 435431 w 1576226"/>
              <a:gd name="connsiteY148" fmla="*/ 933543 h 1640228"/>
              <a:gd name="connsiteX149" fmla="*/ 461542 w 1576226"/>
              <a:gd name="connsiteY149" fmla="*/ 907432 h 1640228"/>
              <a:gd name="connsiteX150" fmla="*/ 243828 w 1576226"/>
              <a:gd name="connsiteY150" fmla="*/ 907432 h 1640228"/>
              <a:gd name="connsiteX151" fmla="*/ 269939 w 1576226"/>
              <a:gd name="connsiteY151" fmla="*/ 933543 h 1640228"/>
              <a:gd name="connsiteX152" fmla="*/ 243828 w 1576226"/>
              <a:gd name="connsiteY152" fmla="*/ 959654 h 1640228"/>
              <a:gd name="connsiteX153" fmla="*/ 217717 w 1576226"/>
              <a:gd name="connsiteY153" fmla="*/ 933543 h 1640228"/>
              <a:gd name="connsiteX154" fmla="*/ 243828 w 1576226"/>
              <a:gd name="connsiteY154" fmla="*/ 907432 h 1640228"/>
              <a:gd name="connsiteX155" fmla="*/ 26114 w 1576226"/>
              <a:gd name="connsiteY155" fmla="*/ 907432 h 1640228"/>
              <a:gd name="connsiteX156" fmla="*/ 52225 w 1576226"/>
              <a:gd name="connsiteY156" fmla="*/ 933543 h 1640228"/>
              <a:gd name="connsiteX157" fmla="*/ 26114 w 1576226"/>
              <a:gd name="connsiteY157" fmla="*/ 959654 h 1640228"/>
              <a:gd name="connsiteX158" fmla="*/ 3 w 1576226"/>
              <a:gd name="connsiteY158" fmla="*/ 933543 h 1640228"/>
              <a:gd name="connsiteX159" fmla="*/ 26114 w 1576226"/>
              <a:gd name="connsiteY159" fmla="*/ 907432 h 1640228"/>
              <a:gd name="connsiteX160" fmla="*/ 1550113 w 1576226"/>
              <a:gd name="connsiteY160" fmla="*/ 680574 h 1640228"/>
              <a:gd name="connsiteX161" fmla="*/ 1576224 w 1576226"/>
              <a:gd name="connsiteY161" fmla="*/ 706685 h 1640228"/>
              <a:gd name="connsiteX162" fmla="*/ 1550113 w 1576226"/>
              <a:gd name="connsiteY162" fmla="*/ 732796 h 1640228"/>
              <a:gd name="connsiteX163" fmla="*/ 1524002 w 1576226"/>
              <a:gd name="connsiteY163" fmla="*/ 706685 h 1640228"/>
              <a:gd name="connsiteX164" fmla="*/ 1550113 w 1576226"/>
              <a:gd name="connsiteY164" fmla="*/ 680574 h 1640228"/>
              <a:gd name="connsiteX165" fmla="*/ 1332399 w 1576226"/>
              <a:gd name="connsiteY165" fmla="*/ 680574 h 1640228"/>
              <a:gd name="connsiteX166" fmla="*/ 1358510 w 1576226"/>
              <a:gd name="connsiteY166" fmla="*/ 706685 h 1640228"/>
              <a:gd name="connsiteX167" fmla="*/ 1332399 w 1576226"/>
              <a:gd name="connsiteY167" fmla="*/ 732796 h 1640228"/>
              <a:gd name="connsiteX168" fmla="*/ 1306288 w 1576226"/>
              <a:gd name="connsiteY168" fmla="*/ 706685 h 1640228"/>
              <a:gd name="connsiteX169" fmla="*/ 1332399 w 1576226"/>
              <a:gd name="connsiteY169" fmla="*/ 680574 h 1640228"/>
              <a:gd name="connsiteX170" fmla="*/ 1114686 w 1576226"/>
              <a:gd name="connsiteY170" fmla="*/ 680574 h 1640228"/>
              <a:gd name="connsiteX171" fmla="*/ 1140797 w 1576226"/>
              <a:gd name="connsiteY171" fmla="*/ 706685 h 1640228"/>
              <a:gd name="connsiteX172" fmla="*/ 1114686 w 1576226"/>
              <a:gd name="connsiteY172" fmla="*/ 732796 h 1640228"/>
              <a:gd name="connsiteX173" fmla="*/ 1088575 w 1576226"/>
              <a:gd name="connsiteY173" fmla="*/ 706685 h 1640228"/>
              <a:gd name="connsiteX174" fmla="*/ 1114686 w 1576226"/>
              <a:gd name="connsiteY174" fmla="*/ 680574 h 1640228"/>
              <a:gd name="connsiteX175" fmla="*/ 896972 w 1576226"/>
              <a:gd name="connsiteY175" fmla="*/ 680574 h 1640228"/>
              <a:gd name="connsiteX176" fmla="*/ 923083 w 1576226"/>
              <a:gd name="connsiteY176" fmla="*/ 706685 h 1640228"/>
              <a:gd name="connsiteX177" fmla="*/ 896972 w 1576226"/>
              <a:gd name="connsiteY177" fmla="*/ 732796 h 1640228"/>
              <a:gd name="connsiteX178" fmla="*/ 870861 w 1576226"/>
              <a:gd name="connsiteY178" fmla="*/ 706685 h 1640228"/>
              <a:gd name="connsiteX179" fmla="*/ 896972 w 1576226"/>
              <a:gd name="connsiteY179" fmla="*/ 680574 h 1640228"/>
              <a:gd name="connsiteX180" fmla="*/ 679257 w 1576226"/>
              <a:gd name="connsiteY180" fmla="*/ 680574 h 1640228"/>
              <a:gd name="connsiteX181" fmla="*/ 705368 w 1576226"/>
              <a:gd name="connsiteY181" fmla="*/ 706685 h 1640228"/>
              <a:gd name="connsiteX182" fmla="*/ 679257 w 1576226"/>
              <a:gd name="connsiteY182" fmla="*/ 732796 h 1640228"/>
              <a:gd name="connsiteX183" fmla="*/ 653146 w 1576226"/>
              <a:gd name="connsiteY183" fmla="*/ 706685 h 1640228"/>
              <a:gd name="connsiteX184" fmla="*/ 679257 w 1576226"/>
              <a:gd name="connsiteY184" fmla="*/ 680574 h 1640228"/>
              <a:gd name="connsiteX185" fmla="*/ 461543 w 1576226"/>
              <a:gd name="connsiteY185" fmla="*/ 680574 h 1640228"/>
              <a:gd name="connsiteX186" fmla="*/ 487654 w 1576226"/>
              <a:gd name="connsiteY186" fmla="*/ 706685 h 1640228"/>
              <a:gd name="connsiteX187" fmla="*/ 461543 w 1576226"/>
              <a:gd name="connsiteY187" fmla="*/ 732796 h 1640228"/>
              <a:gd name="connsiteX188" fmla="*/ 435432 w 1576226"/>
              <a:gd name="connsiteY188" fmla="*/ 706685 h 1640228"/>
              <a:gd name="connsiteX189" fmla="*/ 461543 w 1576226"/>
              <a:gd name="connsiteY189" fmla="*/ 680574 h 1640228"/>
              <a:gd name="connsiteX190" fmla="*/ 243829 w 1576226"/>
              <a:gd name="connsiteY190" fmla="*/ 680574 h 1640228"/>
              <a:gd name="connsiteX191" fmla="*/ 269940 w 1576226"/>
              <a:gd name="connsiteY191" fmla="*/ 706685 h 1640228"/>
              <a:gd name="connsiteX192" fmla="*/ 243829 w 1576226"/>
              <a:gd name="connsiteY192" fmla="*/ 732796 h 1640228"/>
              <a:gd name="connsiteX193" fmla="*/ 217718 w 1576226"/>
              <a:gd name="connsiteY193" fmla="*/ 706685 h 1640228"/>
              <a:gd name="connsiteX194" fmla="*/ 243829 w 1576226"/>
              <a:gd name="connsiteY194" fmla="*/ 680574 h 1640228"/>
              <a:gd name="connsiteX195" fmla="*/ 26115 w 1576226"/>
              <a:gd name="connsiteY195" fmla="*/ 680574 h 1640228"/>
              <a:gd name="connsiteX196" fmla="*/ 52226 w 1576226"/>
              <a:gd name="connsiteY196" fmla="*/ 706685 h 1640228"/>
              <a:gd name="connsiteX197" fmla="*/ 26115 w 1576226"/>
              <a:gd name="connsiteY197" fmla="*/ 732796 h 1640228"/>
              <a:gd name="connsiteX198" fmla="*/ 4 w 1576226"/>
              <a:gd name="connsiteY198" fmla="*/ 706685 h 1640228"/>
              <a:gd name="connsiteX199" fmla="*/ 26115 w 1576226"/>
              <a:gd name="connsiteY199" fmla="*/ 680574 h 1640228"/>
              <a:gd name="connsiteX200" fmla="*/ 26116 w 1576226"/>
              <a:gd name="connsiteY200" fmla="*/ 453717 h 1640228"/>
              <a:gd name="connsiteX201" fmla="*/ 52227 w 1576226"/>
              <a:gd name="connsiteY201" fmla="*/ 479827 h 1640228"/>
              <a:gd name="connsiteX202" fmla="*/ 26116 w 1576226"/>
              <a:gd name="connsiteY202" fmla="*/ 505939 h 1640228"/>
              <a:gd name="connsiteX203" fmla="*/ 5 w 1576226"/>
              <a:gd name="connsiteY203" fmla="*/ 479827 h 1640228"/>
              <a:gd name="connsiteX204" fmla="*/ 26116 w 1576226"/>
              <a:gd name="connsiteY204" fmla="*/ 453717 h 1640228"/>
              <a:gd name="connsiteX205" fmla="*/ 243830 w 1576226"/>
              <a:gd name="connsiteY205" fmla="*/ 453717 h 1640228"/>
              <a:gd name="connsiteX206" fmla="*/ 269941 w 1576226"/>
              <a:gd name="connsiteY206" fmla="*/ 479827 h 1640228"/>
              <a:gd name="connsiteX207" fmla="*/ 243830 w 1576226"/>
              <a:gd name="connsiteY207" fmla="*/ 505939 h 1640228"/>
              <a:gd name="connsiteX208" fmla="*/ 217719 w 1576226"/>
              <a:gd name="connsiteY208" fmla="*/ 479827 h 1640228"/>
              <a:gd name="connsiteX209" fmla="*/ 243830 w 1576226"/>
              <a:gd name="connsiteY209" fmla="*/ 453717 h 1640228"/>
              <a:gd name="connsiteX210" fmla="*/ 461544 w 1576226"/>
              <a:gd name="connsiteY210" fmla="*/ 453717 h 1640228"/>
              <a:gd name="connsiteX211" fmla="*/ 487655 w 1576226"/>
              <a:gd name="connsiteY211" fmla="*/ 479827 h 1640228"/>
              <a:gd name="connsiteX212" fmla="*/ 461544 w 1576226"/>
              <a:gd name="connsiteY212" fmla="*/ 505939 h 1640228"/>
              <a:gd name="connsiteX213" fmla="*/ 435433 w 1576226"/>
              <a:gd name="connsiteY213" fmla="*/ 479827 h 1640228"/>
              <a:gd name="connsiteX214" fmla="*/ 461544 w 1576226"/>
              <a:gd name="connsiteY214" fmla="*/ 453717 h 1640228"/>
              <a:gd name="connsiteX215" fmla="*/ 679258 w 1576226"/>
              <a:gd name="connsiteY215" fmla="*/ 453717 h 1640228"/>
              <a:gd name="connsiteX216" fmla="*/ 705369 w 1576226"/>
              <a:gd name="connsiteY216" fmla="*/ 479827 h 1640228"/>
              <a:gd name="connsiteX217" fmla="*/ 679258 w 1576226"/>
              <a:gd name="connsiteY217" fmla="*/ 505939 h 1640228"/>
              <a:gd name="connsiteX218" fmla="*/ 653147 w 1576226"/>
              <a:gd name="connsiteY218" fmla="*/ 479827 h 1640228"/>
              <a:gd name="connsiteX219" fmla="*/ 679258 w 1576226"/>
              <a:gd name="connsiteY219" fmla="*/ 453717 h 1640228"/>
              <a:gd name="connsiteX220" fmla="*/ 896973 w 1576226"/>
              <a:gd name="connsiteY220" fmla="*/ 453717 h 1640228"/>
              <a:gd name="connsiteX221" fmla="*/ 923084 w 1576226"/>
              <a:gd name="connsiteY221" fmla="*/ 479827 h 1640228"/>
              <a:gd name="connsiteX222" fmla="*/ 896973 w 1576226"/>
              <a:gd name="connsiteY222" fmla="*/ 505939 h 1640228"/>
              <a:gd name="connsiteX223" fmla="*/ 870862 w 1576226"/>
              <a:gd name="connsiteY223" fmla="*/ 479827 h 1640228"/>
              <a:gd name="connsiteX224" fmla="*/ 896973 w 1576226"/>
              <a:gd name="connsiteY224" fmla="*/ 453717 h 1640228"/>
              <a:gd name="connsiteX225" fmla="*/ 1114687 w 1576226"/>
              <a:gd name="connsiteY225" fmla="*/ 453717 h 1640228"/>
              <a:gd name="connsiteX226" fmla="*/ 1140798 w 1576226"/>
              <a:gd name="connsiteY226" fmla="*/ 479827 h 1640228"/>
              <a:gd name="connsiteX227" fmla="*/ 1114687 w 1576226"/>
              <a:gd name="connsiteY227" fmla="*/ 505938 h 1640228"/>
              <a:gd name="connsiteX228" fmla="*/ 1088576 w 1576226"/>
              <a:gd name="connsiteY228" fmla="*/ 479827 h 1640228"/>
              <a:gd name="connsiteX229" fmla="*/ 1114687 w 1576226"/>
              <a:gd name="connsiteY229" fmla="*/ 453717 h 1640228"/>
              <a:gd name="connsiteX230" fmla="*/ 1332400 w 1576226"/>
              <a:gd name="connsiteY230" fmla="*/ 453716 h 1640228"/>
              <a:gd name="connsiteX231" fmla="*/ 1358511 w 1576226"/>
              <a:gd name="connsiteY231" fmla="*/ 479827 h 1640228"/>
              <a:gd name="connsiteX232" fmla="*/ 1332400 w 1576226"/>
              <a:gd name="connsiteY232" fmla="*/ 505938 h 1640228"/>
              <a:gd name="connsiteX233" fmla="*/ 1306289 w 1576226"/>
              <a:gd name="connsiteY233" fmla="*/ 479827 h 1640228"/>
              <a:gd name="connsiteX234" fmla="*/ 1332400 w 1576226"/>
              <a:gd name="connsiteY234" fmla="*/ 453716 h 1640228"/>
              <a:gd name="connsiteX235" fmla="*/ 1550114 w 1576226"/>
              <a:gd name="connsiteY235" fmla="*/ 453716 h 1640228"/>
              <a:gd name="connsiteX236" fmla="*/ 1576225 w 1576226"/>
              <a:gd name="connsiteY236" fmla="*/ 479827 h 1640228"/>
              <a:gd name="connsiteX237" fmla="*/ 1550114 w 1576226"/>
              <a:gd name="connsiteY237" fmla="*/ 505938 h 1640228"/>
              <a:gd name="connsiteX238" fmla="*/ 1524003 w 1576226"/>
              <a:gd name="connsiteY238" fmla="*/ 479827 h 1640228"/>
              <a:gd name="connsiteX239" fmla="*/ 1550114 w 1576226"/>
              <a:gd name="connsiteY239" fmla="*/ 453716 h 1640228"/>
              <a:gd name="connsiteX240" fmla="*/ 1114688 w 1576226"/>
              <a:gd name="connsiteY240" fmla="*/ 226858 h 1640228"/>
              <a:gd name="connsiteX241" fmla="*/ 1140799 w 1576226"/>
              <a:gd name="connsiteY241" fmla="*/ 252969 h 1640228"/>
              <a:gd name="connsiteX242" fmla="*/ 1114688 w 1576226"/>
              <a:gd name="connsiteY242" fmla="*/ 279080 h 1640228"/>
              <a:gd name="connsiteX243" fmla="*/ 1088577 w 1576226"/>
              <a:gd name="connsiteY243" fmla="*/ 252969 h 1640228"/>
              <a:gd name="connsiteX244" fmla="*/ 1114688 w 1576226"/>
              <a:gd name="connsiteY244" fmla="*/ 226858 h 1640228"/>
              <a:gd name="connsiteX245" fmla="*/ 896974 w 1576226"/>
              <a:gd name="connsiteY245" fmla="*/ 226858 h 1640228"/>
              <a:gd name="connsiteX246" fmla="*/ 923085 w 1576226"/>
              <a:gd name="connsiteY246" fmla="*/ 252969 h 1640228"/>
              <a:gd name="connsiteX247" fmla="*/ 896974 w 1576226"/>
              <a:gd name="connsiteY247" fmla="*/ 279080 h 1640228"/>
              <a:gd name="connsiteX248" fmla="*/ 870863 w 1576226"/>
              <a:gd name="connsiteY248" fmla="*/ 252969 h 1640228"/>
              <a:gd name="connsiteX249" fmla="*/ 896974 w 1576226"/>
              <a:gd name="connsiteY249" fmla="*/ 226858 h 1640228"/>
              <a:gd name="connsiteX250" fmla="*/ 679259 w 1576226"/>
              <a:gd name="connsiteY250" fmla="*/ 226858 h 1640228"/>
              <a:gd name="connsiteX251" fmla="*/ 705370 w 1576226"/>
              <a:gd name="connsiteY251" fmla="*/ 252970 h 1640228"/>
              <a:gd name="connsiteX252" fmla="*/ 679259 w 1576226"/>
              <a:gd name="connsiteY252" fmla="*/ 279080 h 1640228"/>
              <a:gd name="connsiteX253" fmla="*/ 653148 w 1576226"/>
              <a:gd name="connsiteY253" fmla="*/ 252970 h 1640228"/>
              <a:gd name="connsiteX254" fmla="*/ 679259 w 1576226"/>
              <a:gd name="connsiteY254" fmla="*/ 226858 h 1640228"/>
              <a:gd name="connsiteX255" fmla="*/ 461545 w 1576226"/>
              <a:gd name="connsiteY255" fmla="*/ 226858 h 1640228"/>
              <a:gd name="connsiteX256" fmla="*/ 487656 w 1576226"/>
              <a:gd name="connsiteY256" fmla="*/ 252970 h 1640228"/>
              <a:gd name="connsiteX257" fmla="*/ 461545 w 1576226"/>
              <a:gd name="connsiteY257" fmla="*/ 279081 h 1640228"/>
              <a:gd name="connsiteX258" fmla="*/ 435434 w 1576226"/>
              <a:gd name="connsiteY258" fmla="*/ 252970 h 1640228"/>
              <a:gd name="connsiteX259" fmla="*/ 461545 w 1576226"/>
              <a:gd name="connsiteY259" fmla="*/ 226858 h 1640228"/>
              <a:gd name="connsiteX260" fmla="*/ 243831 w 1576226"/>
              <a:gd name="connsiteY260" fmla="*/ 226858 h 1640228"/>
              <a:gd name="connsiteX261" fmla="*/ 269942 w 1576226"/>
              <a:gd name="connsiteY261" fmla="*/ 252970 h 1640228"/>
              <a:gd name="connsiteX262" fmla="*/ 243831 w 1576226"/>
              <a:gd name="connsiteY262" fmla="*/ 279081 h 1640228"/>
              <a:gd name="connsiteX263" fmla="*/ 217720 w 1576226"/>
              <a:gd name="connsiteY263" fmla="*/ 252970 h 1640228"/>
              <a:gd name="connsiteX264" fmla="*/ 243831 w 1576226"/>
              <a:gd name="connsiteY264" fmla="*/ 226858 h 1640228"/>
              <a:gd name="connsiteX265" fmla="*/ 26117 w 1576226"/>
              <a:gd name="connsiteY265" fmla="*/ 226858 h 1640228"/>
              <a:gd name="connsiteX266" fmla="*/ 52228 w 1576226"/>
              <a:gd name="connsiteY266" fmla="*/ 252970 h 1640228"/>
              <a:gd name="connsiteX267" fmla="*/ 26117 w 1576226"/>
              <a:gd name="connsiteY267" fmla="*/ 279081 h 1640228"/>
              <a:gd name="connsiteX268" fmla="*/ 6 w 1576226"/>
              <a:gd name="connsiteY268" fmla="*/ 252970 h 1640228"/>
              <a:gd name="connsiteX269" fmla="*/ 26117 w 1576226"/>
              <a:gd name="connsiteY269" fmla="*/ 226858 h 1640228"/>
              <a:gd name="connsiteX270" fmla="*/ 1332401 w 1576226"/>
              <a:gd name="connsiteY270" fmla="*/ 226858 h 1640228"/>
              <a:gd name="connsiteX271" fmla="*/ 1358512 w 1576226"/>
              <a:gd name="connsiteY271" fmla="*/ 252969 h 1640228"/>
              <a:gd name="connsiteX272" fmla="*/ 1332401 w 1576226"/>
              <a:gd name="connsiteY272" fmla="*/ 279080 h 1640228"/>
              <a:gd name="connsiteX273" fmla="*/ 1306290 w 1576226"/>
              <a:gd name="connsiteY273" fmla="*/ 252969 h 1640228"/>
              <a:gd name="connsiteX274" fmla="*/ 1332401 w 1576226"/>
              <a:gd name="connsiteY274" fmla="*/ 226858 h 1640228"/>
              <a:gd name="connsiteX275" fmla="*/ 1550115 w 1576226"/>
              <a:gd name="connsiteY275" fmla="*/ 226858 h 1640228"/>
              <a:gd name="connsiteX276" fmla="*/ 1576226 w 1576226"/>
              <a:gd name="connsiteY276" fmla="*/ 252969 h 1640228"/>
              <a:gd name="connsiteX277" fmla="*/ 1550115 w 1576226"/>
              <a:gd name="connsiteY277" fmla="*/ 279080 h 1640228"/>
              <a:gd name="connsiteX278" fmla="*/ 1524004 w 1576226"/>
              <a:gd name="connsiteY278" fmla="*/ 252969 h 1640228"/>
              <a:gd name="connsiteX279" fmla="*/ 1550115 w 1576226"/>
              <a:gd name="connsiteY279" fmla="*/ 226858 h 1640228"/>
              <a:gd name="connsiteX280" fmla="*/ 26117 w 1576226"/>
              <a:gd name="connsiteY280" fmla="*/ 2 h 1640228"/>
              <a:gd name="connsiteX281" fmla="*/ 52228 w 1576226"/>
              <a:gd name="connsiteY281" fmla="*/ 26113 h 1640228"/>
              <a:gd name="connsiteX282" fmla="*/ 26117 w 1576226"/>
              <a:gd name="connsiteY282" fmla="*/ 52224 h 1640228"/>
              <a:gd name="connsiteX283" fmla="*/ 6 w 1576226"/>
              <a:gd name="connsiteY283" fmla="*/ 26113 h 1640228"/>
              <a:gd name="connsiteX284" fmla="*/ 26117 w 1576226"/>
              <a:gd name="connsiteY284" fmla="*/ 2 h 1640228"/>
              <a:gd name="connsiteX285" fmla="*/ 243831 w 1576226"/>
              <a:gd name="connsiteY285" fmla="*/ 1 h 1640228"/>
              <a:gd name="connsiteX286" fmla="*/ 269942 w 1576226"/>
              <a:gd name="connsiteY286" fmla="*/ 26112 h 1640228"/>
              <a:gd name="connsiteX287" fmla="*/ 243831 w 1576226"/>
              <a:gd name="connsiteY287" fmla="*/ 52224 h 1640228"/>
              <a:gd name="connsiteX288" fmla="*/ 217720 w 1576226"/>
              <a:gd name="connsiteY288" fmla="*/ 26112 h 1640228"/>
              <a:gd name="connsiteX289" fmla="*/ 243831 w 1576226"/>
              <a:gd name="connsiteY289" fmla="*/ 1 h 1640228"/>
              <a:gd name="connsiteX290" fmla="*/ 461545 w 1576226"/>
              <a:gd name="connsiteY290" fmla="*/ 1 h 1640228"/>
              <a:gd name="connsiteX291" fmla="*/ 487656 w 1576226"/>
              <a:gd name="connsiteY291" fmla="*/ 26112 h 1640228"/>
              <a:gd name="connsiteX292" fmla="*/ 461545 w 1576226"/>
              <a:gd name="connsiteY292" fmla="*/ 52224 h 1640228"/>
              <a:gd name="connsiteX293" fmla="*/ 435434 w 1576226"/>
              <a:gd name="connsiteY293" fmla="*/ 26112 h 1640228"/>
              <a:gd name="connsiteX294" fmla="*/ 461545 w 1576226"/>
              <a:gd name="connsiteY294" fmla="*/ 1 h 1640228"/>
              <a:gd name="connsiteX295" fmla="*/ 679259 w 1576226"/>
              <a:gd name="connsiteY295" fmla="*/ 1 h 1640228"/>
              <a:gd name="connsiteX296" fmla="*/ 705370 w 1576226"/>
              <a:gd name="connsiteY296" fmla="*/ 26112 h 1640228"/>
              <a:gd name="connsiteX297" fmla="*/ 679259 w 1576226"/>
              <a:gd name="connsiteY297" fmla="*/ 52223 h 1640228"/>
              <a:gd name="connsiteX298" fmla="*/ 653148 w 1576226"/>
              <a:gd name="connsiteY298" fmla="*/ 26112 h 1640228"/>
              <a:gd name="connsiteX299" fmla="*/ 679259 w 1576226"/>
              <a:gd name="connsiteY299" fmla="*/ 1 h 1640228"/>
              <a:gd name="connsiteX300" fmla="*/ 896974 w 1576226"/>
              <a:gd name="connsiteY300" fmla="*/ 1 h 1640228"/>
              <a:gd name="connsiteX301" fmla="*/ 923085 w 1576226"/>
              <a:gd name="connsiteY301" fmla="*/ 26112 h 1640228"/>
              <a:gd name="connsiteX302" fmla="*/ 896974 w 1576226"/>
              <a:gd name="connsiteY302" fmla="*/ 52223 h 1640228"/>
              <a:gd name="connsiteX303" fmla="*/ 870863 w 1576226"/>
              <a:gd name="connsiteY303" fmla="*/ 26112 h 1640228"/>
              <a:gd name="connsiteX304" fmla="*/ 896974 w 1576226"/>
              <a:gd name="connsiteY304" fmla="*/ 1 h 1640228"/>
              <a:gd name="connsiteX305" fmla="*/ 1114688 w 1576226"/>
              <a:gd name="connsiteY305" fmla="*/ 1 h 1640228"/>
              <a:gd name="connsiteX306" fmla="*/ 1140799 w 1576226"/>
              <a:gd name="connsiteY306" fmla="*/ 26112 h 1640228"/>
              <a:gd name="connsiteX307" fmla="*/ 1114688 w 1576226"/>
              <a:gd name="connsiteY307" fmla="*/ 52223 h 1640228"/>
              <a:gd name="connsiteX308" fmla="*/ 1088577 w 1576226"/>
              <a:gd name="connsiteY308" fmla="*/ 26112 h 1640228"/>
              <a:gd name="connsiteX309" fmla="*/ 1114688 w 1576226"/>
              <a:gd name="connsiteY309" fmla="*/ 1 h 1640228"/>
              <a:gd name="connsiteX310" fmla="*/ 1332401 w 1576226"/>
              <a:gd name="connsiteY310" fmla="*/ 0 h 1640228"/>
              <a:gd name="connsiteX311" fmla="*/ 1358512 w 1576226"/>
              <a:gd name="connsiteY311" fmla="*/ 26111 h 1640228"/>
              <a:gd name="connsiteX312" fmla="*/ 1332401 w 1576226"/>
              <a:gd name="connsiteY312" fmla="*/ 52223 h 1640228"/>
              <a:gd name="connsiteX313" fmla="*/ 1306290 w 1576226"/>
              <a:gd name="connsiteY313" fmla="*/ 26111 h 1640228"/>
              <a:gd name="connsiteX314" fmla="*/ 1332401 w 1576226"/>
              <a:gd name="connsiteY314" fmla="*/ 0 h 1640228"/>
              <a:gd name="connsiteX315" fmla="*/ 1550115 w 1576226"/>
              <a:gd name="connsiteY315" fmla="*/ 0 h 1640228"/>
              <a:gd name="connsiteX316" fmla="*/ 1576226 w 1576226"/>
              <a:gd name="connsiteY316" fmla="*/ 26111 h 1640228"/>
              <a:gd name="connsiteX317" fmla="*/ 1550115 w 1576226"/>
              <a:gd name="connsiteY317" fmla="*/ 52222 h 1640228"/>
              <a:gd name="connsiteX318" fmla="*/ 1524004 w 1576226"/>
              <a:gd name="connsiteY318" fmla="*/ 26111 h 1640228"/>
              <a:gd name="connsiteX319" fmla="*/ 1550115 w 1576226"/>
              <a:gd name="connsiteY319" fmla="*/ 0 h 16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576226" h="1640228">
                <a:moveTo>
                  <a:pt x="1550109" y="1588006"/>
                </a:moveTo>
                <a:cubicBezTo>
                  <a:pt x="1564530" y="1588006"/>
                  <a:pt x="1576220" y="1599696"/>
                  <a:pt x="1576220" y="1614117"/>
                </a:cubicBezTo>
                <a:cubicBezTo>
                  <a:pt x="1576220" y="1628538"/>
                  <a:pt x="1564530" y="1640228"/>
                  <a:pt x="1550109" y="1640228"/>
                </a:cubicBezTo>
                <a:cubicBezTo>
                  <a:pt x="1535688" y="1640228"/>
                  <a:pt x="1523998" y="1628538"/>
                  <a:pt x="1523998" y="1614117"/>
                </a:cubicBezTo>
                <a:cubicBezTo>
                  <a:pt x="1523998" y="1599696"/>
                  <a:pt x="1535688" y="1588006"/>
                  <a:pt x="1550109" y="1588006"/>
                </a:cubicBezTo>
                <a:close/>
                <a:moveTo>
                  <a:pt x="1332395" y="1588006"/>
                </a:moveTo>
                <a:cubicBezTo>
                  <a:pt x="1346816" y="1588006"/>
                  <a:pt x="1358506" y="1599696"/>
                  <a:pt x="1358506" y="1614117"/>
                </a:cubicBezTo>
                <a:cubicBezTo>
                  <a:pt x="1358506" y="1628538"/>
                  <a:pt x="1346816" y="1640228"/>
                  <a:pt x="1332395" y="1640228"/>
                </a:cubicBezTo>
                <a:cubicBezTo>
                  <a:pt x="1317974" y="1640228"/>
                  <a:pt x="1306284" y="1628538"/>
                  <a:pt x="1306284" y="1614117"/>
                </a:cubicBezTo>
                <a:cubicBezTo>
                  <a:pt x="1306284" y="1599696"/>
                  <a:pt x="1317974" y="1588006"/>
                  <a:pt x="1332395" y="1588006"/>
                </a:cubicBezTo>
                <a:close/>
                <a:moveTo>
                  <a:pt x="1114682" y="1588006"/>
                </a:moveTo>
                <a:cubicBezTo>
                  <a:pt x="1129103" y="1588006"/>
                  <a:pt x="1140793" y="1599696"/>
                  <a:pt x="1140793" y="1614117"/>
                </a:cubicBezTo>
                <a:cubicBezTo>
                  <a:pt x="1140793" y="1628538"/>
                  <a:pt x="1129103" y="1640228"/>
                  <a:pt x="1114682" y="1640228"/>
                </a:cubicBezTo>
                <a:cubicBezTo>
                  <a:pt x="1100261" y="1640228"/>
                  <a:pt x="1088571" y="1628538"/>
                  <a:pt x="1088571" y="1614117"/>
                </a:cubicBezTo>
                <a:cubicBezTo>
                  <a:pt x="1088571" y="1599696"/>
                  <a:pt x="1100261" y="1588006"/>
                  <a:pt x="1114682" y="1588006"/>
                </a:cubicBezTo>
                <a:close/>
                <a:moveTo>
                  <a:pt x="896968" y="1588006"/>
                </a:moveTo>
                <a:cubicBezTo>
                  <a:pt x="911389" y="1588006"/>
                  <a:pt x="923079" y="1599696"/>
                  <a:pt x="923079" y="1614117"/>
                </a:cubicBezTo>
                <a:cubicBezTo>
                  <a:pt x="923079" y="1628538"/>
                  <a:pt x="911389" y="1640228"/>
                  <a:pt x="896968" y="1640228"/>
                </a:cubicBezTo>
                <a:cubicBezTo>
                  <a:pt x="882547" y="1640228"/>
                  <a:pt x="870857" y="1628538"/>
                  <a:pt x="870857" y="1614117"/>
                </a:cubicBezTo>
                <a:cubicBezTo>
                  <a:pt x="870857" y="1599696"/>
                  <a:pt x="882547" y="1588006"/>
                  <a:pt x="896968" y="1588006"/>
                </a:cubicBezTo>
                <a:close/>
                <a:moveTo>
                  <a:pt x="679253" y="1588006"/>
                </a:moveTo>
                <a:cubicBezTo>
                  <a:pt x="693674" y="1588006"/>
                  <a:pt x="705364" y="1599696"/>
                  <a:pt x="705364" y="1614117"/>
                </a:cubicBezTo>
                <a:cubicBezTo>
                  <a:pt x="705364" y="1628538"/>
                  <a:pt x="693674" y="1640228"/>
                  <a:pt x="679253" y="1640228"/>
                </a:cubicBezTo>
                <a:cubicBezTo>
                  <a:pt x="664832" y="1640228"/>
                  <a:pt x="653142" y="1628538"/>
                  <a:pt x="653142" y="1614117"/>
                </a:cubicBezTo>
                <a:cubicBezTo>
                  <a:pt x="653142" y="1599696"/>
                  <a:pt x="664832" y="1588006"/>
                  <a:pt x="679253" y="1588006"/>
                </a:cubicBezTo>
                <a:close/>
                <a:moveTo>
                  <a:pt x="461539" y="1588006"/>
                </a:moveTo>
                <a:cubicBezTo>
                  <a:pt x="475960" y="1588006"/>
                  <a:pt x="487650" y="1599696"/>
                  <a:pt x="487650" y="1614117"/>
                </a:cubicBezTo>
                <a:cubicBezTo>
                  <a:pt x="487650" y="1628538"/>
                  <a:pt x="475960" y="1640228"/>
                  <a:pt x="461539" y="1640228"/>
                </a:cubicBezTo>
                <a:cubicBezTo>
                  <a:pt x="447118" y="1640228"/>
                  <a:pt x="435428" y="1628538"/>
                  <a:pt x="435428" y="1614117"/>
                </a:cubicBezTo>
                <a:cubicBezTo>
                  <a:pt x="435428" y="1599696"/>
                  <a:pt x="447118" y="1588006"/>
                  <a:pt x="461539" y="1588006"/>
                </a:cubicBezTo>
                <a:close/>
                <a:moveTo>
                  <a:pt x="243825" y="1588006"/>
                </a:moveTo>
                <a:cubicBezTo>
                  <a:pt x="258246" y="1588006"/>
                  <a:pt x="269936" y="1599696"/>
                  <a:pt x="269936" y="1614117"/>
                </a:cubicBezTo>
                <a:cubicBezTo>
                  <a:pt x="269936" y="1628538"/>
                  <a:pt x="258246" y="1640228"/>
                  <a:pt x="243825" y="1640228"/>
                </a:cubicBezTo>
                <a:cubicBezTo>
                  <a:pt x="229404" y="1640228"/>
                  <a:pt x="217714" y="1628538"/>
                  <a:pt x="217714" y="1614117"/>
                </a:cubicBezTo>
                <a:cubicBezTo>
                  <a:pt x="217714" y="1599696"/>
                  <a:pt x="229404" y="1588006"/>
                  <a:pt x="243825" y="1588006"/>
                </a:cubicBezTo>
                <a:close/>
                <a:moveTo>
                  <a:pt x="26111" y="1588006"/>
                </a:moveTo>
                <a:cubicBezTo>
                  <a:pt x="40532" y="1588006"/>
                  <a:pt x="52222" y="1599696"/>
                  <a:pt x="52222" y="1614117"/>
                </a:cubicBezTo>
                <a:cubicBezTo>
                  <a:pt x="52222" y="1628538"/>
                  <a:pt x="40532" y="1640228"/>
                  <a:pt x="26111" y="1640228"/>
                </a:cubicBezTo>
                <a:cubicBezTo>
                  <a:pt x="11690" y="1640228"/>
                  <a:pt x="0" y="1628538"/>
                  <a:pt x="0" y="1614117"/>
                </a:cubicBezTo>
                <a:cubicBezTo>
                  <a:pt x="0" y="1599696"/>
                  <a:pt x="11690" y="1588006"/>
                  <a:pt x="26111" y="1588006"/>
                </a:cubicBezTo>
                <a:close/>
                <a:moveTo>
                  <a:pt x="1550110" y="1361148"/>
                </a:moveTo>
                <a:cubicBezTo>
                  <a:pt x="1564531" y="1361148"/>
                  <a:pt x="1576221" y="1372838"/>
                  <a:pt x="1576221" y="1387259"/>
                </a:cubicBezTo>
                <a:cubicBezTo>
                  <a:pt x="1576221" y="1401680"/>
                  <a:pt x="1564531" y="1413370"/>
                  <a:pt x="1550110" y="1413370"/>
                </a:cubicBezTo>
                <a:cubicBezTo>
                  <a:pt x="1535689" y="1413370"/>
                  <a:pt x="1523999" y="1401680"/>
                  <a:pt x="1523999" y="1387259"/>
                </a:cubicBezTo>
                <a:cubicBezTo>
                  <a:pt x="1523999" y="1372838"/>
                  <a:pt x="1535689" y="1361148"/>
                  <a:pt x="1550110" y="1361148"/>
                </a:cubicBezTo>
                <a:close/>
                <a:moveTo>
                  <a:pt x="1332396" y="1361148"/>
                </a:moveTo>
                <a:cubicBezTo>
                  <a:pt x="1346817" y="1361148"/>
                  <a:pt x="1358507" y="1372838"/>
                  <a:pt x="1358507" y="1387259"/>
                </a:cubicBezTo>
                <a:cubicBezTo>
                  <a:pt x="1358507" y="1401680"/>
                  <a:pt x="1346817" y="1413370"/>
                  <a:pt x="1332396" y="1413370"/>
                </a:cubicBezTo>
                <a:cubicBezTo>
                  <a:pt x="1317975" y="1413370"/>
                  <a:pt x="1306285" y="1401680"/>
                  <a:pt x="1306285" y="1387259"/>
                </a:cubicBezTo>
                <a:cubicBezTo>
                  <a:pt x="1306285" y="1372838"/>
                  <a:pt x="1317975" y="1361148"/>
                  <a:pt x="1332396" y="1361148"/>
                </a:cubicBezTo>
                <a:close/>
                <a:moveTo>
                  <a:pt x="1114683" y="1361148"/>
                </a:moveTo>
                <a:cubicBezTo>
                  <a:pt x="1129104" y="1361148"/>
                  <a:pt x="1140794" y="1372838"/>
                  <a:pt x="1140794" y="1387259"/>
                </a:cubicBezTo>
                <a:cubicBezTo>
                  <a:pt x="1140794" y="1401680"/>
                  <a:pt x="1129104" y="1413370"/>
                  <a:pt x="1114683" y="1413370"/>
                </a:cubicBezTo>
                <a:cubicBezTo>
                  <a:pt x="1100262" y="1413370"/>
                  <a:pt x="1088572" y="1401680"/>
                  <a:pt x="1088572" y="1387259"/>
                </a:cubicBezTo>
                <a:cubicBezTo>
                  <a:pt x="1088572" y="1372838"/>
                  <a:pt x="1100262" y="1361148"/>
                  <a:pt x="1114683" y="1361148"/>
                </a:cubicBezTo>
                <a:close/>
                <a:moveTo>
                  <a:pt x="896969" y="1361148"/>
                </a:moveTo>
                <a:cubicBezTo>
                  <a:pt x="911390" y="1361148"/>
                  <a:pt x="923080" y="1372838"/>
                  <a:pt x="923080" y="1387259"/>
                </a:cubicBezTo>
                <a:cubicBezTo>
                  <a:pt x="923080" y="1401680"/>
                  <a:pt x="911390" y="1413370"/>
                  <a:pt x="896969" y="1413370"/>
                </a:cubicBezTo>
                <a:cubicBezTo>
                  <a:pt x="882548" y="1413370"/>
                  <a:pt x="870858" y="1401680"/>
                  <a:pt x="870858" y="1387259"/>
                </a:cubicBezTo>
                <a:cubicBezTo>
                  <a:pt x="870858" y="1372838"/>
                  <a:pt x="882548" y="1361148"/>
                  <a:pt x="896969" y="1361148"/>
                </a:cubicBezTo>
                <a:close/>
                <a:moveTo>
                  <a:pt x="679254" y="1361148"/>
                </a:moveTo>
                <a:cubicBezTo>
                  <a:pt x="693675" y="1361148"/>
                  <a:pt x="705365" y="1372838"/>
                  <a:pt x="705365" y="1387259"/>
                </a:cubicBezTo>
                <a:cubicBezTo>
                  <a:pt x="705365" y="1401680"/>
                  <a:pt x="693675" y="1413370"/>
                  <a:pt x="679254" y="1413370"/>
                </a:cubicBezTo>
                <a:cubicBezTo>
                  <a:pt x="664833" y="1413370"/>
                  <a:pt x="653143" y="1401680"/>
                  <a:pt x="653143" y="1387259"/>
                </a:cubicBezTo>
                <a:cubicBezTo>
                  <a:pt x="653143" y="1372838"/>
                  <a:pt x="664833" y="1361148"/>
                  <a:pt x="679254" y="1361148"/>
                </a:cubicBezTo>
                <a:close/>
                <a:moveTo>
                  <a:pt x="461540" y="1361148"/>
                </a:moveTo>
                <a:cubicBezTo>
                  <a:pt x="475961" y="1361148"/>
                  <a:pt x="487651" y="1372838"/>
                  <a:pt x="487651" y="1387259"/>
                </a:cubicBezTo>
                <a:cubicBezTo>
                  <a:pt x="487651" y="1401680"/>
                  <a:pt x="475961" y="1413370"/>
                  <a:pt x="461540" y="1413370"/>
                </a:cubicBezTo>
                <a:cubicBezTo>
                  <a:pt x="447119" y="1413370"/>
                  <a:pt x="435429" y="1401680"/>
                  <a:pt x="435429" y="1387259"/>
                </a:cubicBezTo>
                <a:cubicBezTo>
                  <a:pt x="435429" y="1372838"/>
                  <a:pt x="447119" y="1361148"/>
                  <a:pt x="461540" y="1361148"/>
                </a:cubicBezTo>
                <a:close/>
                <a:moveTo>
                  <a:pt x="243826" y="1361148"/>
                </a:moveTo>
                <a:cubicBezTo>
                  <a:pt x="258247" y="1361148"/>
                  <a:pt x="269937" y="1372838"/>
                  <a:pt x="269937" y="1387259"/>
                </a:cubicBezTo>
                <a:cubicBezTo>
                  <a:pt x="269937" y="1401680"/>
                  <a:pt x="258247" y="1413370"/>
                  <a:pt x="243826" y="1413370"/>
                </a:cubicBezTo>
                <a:cubicBezTo>
                  <a:pt x="229405" y="1413370"/>
                  <a:pt x="217715" y="1401680"/>
                  <a:pt x="217715" y="1387259"/>
                </a:cubicBezTo>
                <a:cubicBezTo>
                  <a:pt x="217715" y="1372838"/>
                  <a:pt x="229405" y="1361148"/>
                  <a:pt x="243826" y="1361148"/>
                </a:cubicBezTo>
                <a:close/>
                <a:moveTo>
                  <a:pt x="26112" y="1361148"/>
                </a:moveTo>
                <a:cubicBezTo>
                  <a:pt x="40533" y="1361148"/>
                  <a:pt x="52223" y="1372838"/>
                  <a:pt x="52223" y="1387259"/>
                </a:cubicBezTo>
                <a:cubicBezTo>
                  <a:pt x="52223" y="1401680"/>
                  <a:pt x="40533" y="1413370"/>
                  <a:pt x="26112" y="1413370"/>
                </a:cubicBezTo>
                <a:cubicBezTo>
                  <a:pt x="11691" y="1413370"/>
                  <a:pt x="1" y="1401680"/>
                  <a:pt x="1" y="1387259"/>
                </a:cubicBezTo>
                <a:cubicBezTo>
                  <a:pt x="1" y="1372838"/>
                  <a:pt x="11691" y="1361148"/>
                  <a:pt x="26112" y="1361148"/>
                </a:cubicBezTo>
                <a:close/>
                <a:moveTo>
                  <a:pt x="1550111" y="1134290"/>
                </a:moveTo>
                <a:cubicBezTo>
                  <a:pt x="1564532" y="1134290"/>
                  <a:pt x="1576222" y="1145980"/>
                  <a:pt x="1576222" y="1160401"/>
                </a:cubicBezTo>
                <a:cubicBezTo>
                  <a:pt x="1576222" y="1174822"/>
                  <a:pt x="1564532" y="1186512"/>
                  <a:pt x="1550111" y="1186512"/>
                </a:cubicBezTo>
                <a:cubicBezTo>
                  <a:pt x="1535690" y="1186512"/>
                  <a:pt x="1524000" y="1174822"/>
                  <a:pt x="1524000" y="1160401"/>
                </a:cubicBezTo>
                <a:cubicBezTo>
                  <a:pt x="1524000" y="1145980"/>
                  <a:pt x="1535690" y="1134290"/>
                  <a:pt x="1550111" y="1134290"/>
                </a:cubicBezTo>
                <a:close/>
                <a:moveTo>
                  <a:pt x="1332397" y="1134290"/>
                </a:moveTo>
                <a:cubicBezTo>
                  <a:pt x="1346818" y="1134290"/>
                  <a:pt x="1358508" y="1145980"/>
                  <a:pt x="1358508" y="1160401"/>
                </a:cubicBezTo>
                <a:cubicBezTo>
                  <a:pt x="1358508" y="1174822"/>
                  <a:pt x="1346818" y="1186512"/>
                  <a:pt x="1332397" y="1186512"/>
                </a:cubicBezTo>
                <a:cubicBezTo>
                  <a:pt x="1317976" y="1186512"/>
                  <a:pt x="1306286" y="1174822"/>
                  <a:pt x="1306286" y="1160401"/>
                </a:cubicBezTo>
                <a:cubicBezTo>
                  <a:pt x="1306286" y="1145980"/>
                  <a:pt x="1317976" y="1134290"/>
                  <a:pt x="1332397" y="1134290"/>
                </a:cubicBezTo>
                <a:close/>
                <a:moveTo>
                  <a:pt x="1114684" y="1134290"/>
                </a:moveTo>
                <a:cubicBezTo>
                  <a:pt x="1129105" y="1134290"/>
                  <a:pt x="1140795" y="1145980"/>
                  <a:pt x="1140795" y="1160401"/>
                </a:cubicBezTo>
                <a:cubicBezTo>
                  <a:pt x="1140795" y="1174822"/>
                  <a:pt x="1129105" y="1186512"/>
                  <a:pt x="1114684" y="1186512"/>
                </a:cubicBezTo>
                <a:cubicBezTo>
                  <a:pt x="1100263" y="1186512"/>
                  <a:pt x="1088573" y="1174822"/>
                  <a:pt x="1088573" y="1160401"/>
                </a:cubicBezTo>
                <a:cubicBezTo>
                  <a:pt x="1088573" y="1145980"/>
                  <a:pt x="1100263" y="1134290"/>
                  <a:pt x="1114684" y="1134290"/>
                </a:cubicBezTo>
                <a:close/>
                <a:moveTo>
                  <a:pt x="896970" y="1134290"/>
                </a:moveTo>
                <a:cubicBezTo>
                  <a:pt x="911391" y="1134290"/>
                  <a:pt x="923081" y="1145980"/>
                  <a:pt x="923081" y="1160401"/>
                </a:cubicBezTo>
                <a:cubicBezTo>
                  <a:pt x="923081" y="1174822"/>
                  <a:pt x="911391" y="1186512"/>
                  <a:pt x="896970" y="1186512"/>
                </a:cubicBezTo>
                <a:cubicBezTo>
                  <a:pt x="882549" y="1186512"/>
                  <a:pt x="870859" y="1174822"/>
                  <a:pt x="870859" y="1160401"/>
                </a:cubicBezTo>
                <a:cubicBezTo>
                  <a:pt x="870859" y="1145980"/>
                  <a:pt x="882549" y="1134290"/>
                  <a:pt x="896970" y="1134290"/>
                </a:cubicBezTo>
                <a:close/>
                <a:moveTo>
                  <a:pt x="679255" y="1134290"/>
                </a:moveTo>
                <a:cubicBezTo>
                  <a:pt x="693676" y="1134290"/>
                  <a:pt x="705366" y="1145980"/>
                  <a:pt x="705366" y="1160401"/>
                </a:cubicBezTo>
                <a:cubicBezTo>
                  <a:pt x="705366" y="1174822"/>
                  <a:pt x="693676" y="1186512"/>
                  <a:pt x="679255" y="1186512"/>
                </a:cubicBezTo>
                <a:cubicBezTo>
                  <a:pt x="664834" y="1186512"/>
                  <a:pt x="653144" y="1174822"/>
                  <a:pt x="653144" y="1160401"/>
                </a:cubicBezTo>
                <a:cubicBezTo>
                  <a:pt x="653144" y="1145980"/>
                  <a:pt x="664834" y="1134290"/>
                  <a:pt x="679255" y="1134290"/>
                </a:cubicBezTo>
                <a:close/>
                <a:moveTo>
                  <a:pt x="461541" y="1134290"/>
                </a:moveTo>
                <a:cubicBezTo>
                  <a:pt x="475962" y="1134290"/>
                  <a:pt x="487652" y="1145980"/>
                  <a:pt x="487652" y="1160401"/>
                </a:cubicBezTo>
                <a:cubicBezTo>
                  <a:pt x="487652" y="1174822"/>
                  <a:pt x="475962" y="1186512"/>
                  <a:pt x="461541" y="1186512"/>
                </a:cubicBezTo>
                <a:cubicBezTo>
                  <a:pt x="447120" y="1186512"/>
                  <a:pt x="435430" y="1174822"/>
                  <a:pt x="435430" y="1160401"/>
                </a:cubicBezTo>
                <a:cubicBezTo>
                  <a:pt x="435430" y="1145980"/>
                  <a:pt x="447120" y="1134290"/>
                  <a:pt x="461541" y="1134290"/>
                </a:cubicBezTo>
                <a:close/>
                <a:moveTo>
                  <a:pt x="243827" y="1134290"/>
                </a:moveTo>
                <a:cubicBezTo>
                  <a:pt x="258248" y="1134290"/>
                  <a:pt x="269938" y="1145980"/>
                  <a:pt x="269938" y="1160401"/>
                </a:cubicBezTo>
                <a:cubicBezTo>
                  <a:pt x="269938" y="1174822"/>
                  <a:pt x="258248" y="1186512"/>
                  <a:pt x="243827" y="1186512"/>
                </a:cubicBezTo>
                <a:cubicBezTo>
                  <a:pt x="229406" y="1186512"/>
                  <a:pt x="217716" y="1174822"/>
                  <a:pt x="217716" y="1160401"/>
                </a:cubicBezTo>
                <a:cubicBezTo>
                  <a:pt x="217716" y="1145980"/>
                  <a:pt x="229406" y="1134290"/>
                  <a:pt x="243827" y="1134290"/>
                </a:cubicBezTo>
                <a:close/>
                <a:moveTo>
                  <a:pt x="26113" y="1134290"/>
                </a:moveTo>
                <a:cubicBezTo>
                  <a:pt x="40534" y="1134290"/>
                  <a:pt x="52224" y="1145980"/>
                  <a:pt x="52224" y="1160401"/>
                </a:cubicBezTo>
                <a:cubicBezTo>
                  <a:pt x="52224" y="1174822"/>
                  <a:pt x="40534" y="1186512"/>
                  <a:pt x="26113" y="1186512"/>
                </a:cubicBezTo>
                <a:cubicBezTo>
                  <a:pt x="11692" y="1186512"/>
                  <a:pt x="2" y="1174822"/>
                  <a:pt x="2" y="1160401"/>
                </a:cubicBezTo>
                <a:cubicBezTo>
                  <a:pt x="2" y="1145980"/>
                  <a:pt x="11692" y="1134290"/>
                  <a:pt x="26113" y="1134290"/>
                </a:cubicBezTo>
                <a:close/>
                <a:moveTo>
                  <a:pt x="1550112" y="907432"/>
                </a:moveTo>
                <a:cubicBezTo>
                  <a:pt x="1564533" y="907432"/>
                  <a:pt x="1576223" y="919122"/>
                  <a:pt x="1576223" y="933543"/>
                </a:cubicBezTo>
                <a:cubicBezTo>
                  <a:pt x="1576223" y="947964"/>
                  <a:pt x="1564533" y="959654"/>
                  <a:pt x="1550112" y="959654"/>
                </a:cubicBezTo>
                <a:cubicBezTo>
                  <a:pt x="1535691" y="959654"/>
                  <a:pt x="1524001" y="947964"/>
                  <a:pt x="1524001" y="933543"/>
                </a:cubicBezTo>
                <a:cubicBezTo>
                  <a:pt x="1524001" y="919122"/>
                  <a:pt x="1535691" y="907432"/>
                  <a:pt x="1550112" y="907432"/>
                </a:cubicBezTo>
                <a:close/>
                <a:moveTo>
                  <a:pt x="1332398" y="907432"/>
                </a:moveTo>
                <a:cubicBezTo>
                  <a:pt x="1346819" y="907432"/>
                  <a:pt x="1358509" y="919122"/>
                  <a:pt x="1358509" y="933543"/>
                </a:cubicBezTo>
                <a:cubicBezTo>
                  <a:pt x="1358509" y="947964"/>
                  <a:pt x="1346819" y="959654"/>
                  <a:pt x="1332398" y="959654"/>
                </a:cubicBezTo>
                <a:cubicBezTo>
                  <a:pt x="1317977" y="959654"/>
                  <a:pt x="1306287" y="947964"/>
                  <a:pt x="1306287" y="933543"/>
                </a:cubicBezTo>
                <a:cubicBezTo>
                  <a:pt x="1306287" y="919122"/>
                  <a:pt x="1317977" y="907432"/>
                  <a:pt x="1332398" y="907432"/>
                </a:cubicBezTo>
                <a:close/>
                <a:moveTo>
                  <a:pt x="1114685" y="907432"/>
                </a:moveTo>
                <a:cubicBezTo>
                  <a:pt x="1129106" y="907432"/>
                  <a:pt x="1140796" y="919122"/>
                  <a:pt x="1140796" y="933543"/>
                </a:cubicBezTo>
                <a:cubicBezTo>
                  <a:pt x="1140796" y="947964"/>
                  <a:pt x="1129106" y="959654"/>
                  <a:pt x="1114685" y="959654"/>
                </a:cubicBezTo>
                <a:cubicBezTo>
                  <a:pt x="1100264" y="959654"/>
                  <a:pt x="1088574" y="947964"/>
                  <a:pt x="1088574" y="933543"/>
                </a:cubicBezTo>
                <a:cubicBezTo>
                  <a:pt x="1088574" y="919122"/>
                  <a:pt x="1100264" y="907432"/>
                  <a:pt x="1114685" y="907432"/>
                </a:cubicBezTo>
                <a:close/>
                <a:moveTo>
                  <a:pt x="896971" y="907432"/>
                </a:moveTo>
                <a:cubicBezTo>
                  <a:pt x="911392" y="907432"/>
                  <a:pt x="923082" y="919122"/>
                  <a:pt x="923082" y="933543"/>
                </a:cubicBezTo>
                <a:cubicBezTo>
                  <a:pt x="923082" y="947964"/>
                  <a:pt x="911392" y="959654"/>
                  <a:pt x="896971" y="959654"/>
                </a:cubicBezTo>
                <a:cubicBezTo>
                  <a:pt x="882550" y="959654"/>
                  <a:pt x="870860" y="947964"/>
                  <a:pt x="870860" y="933543"/>
                </a:cubicBezTo>
                <a:cubicBezTo>
                  <a:pt x="870860" y="919122"/>
                  <a:pt x="882550" y="907432"/>
                  <a:pt x="896971" y="907432"/>
                </a:cubicBezTo>
                <a:close/>
                <a:moveTo>
                  <a:pt x="679256" y="907432"/>
                </a:moveTo>
                <a:cubicBezTo>
                  <a:pt x="693677" y="907432"/>
                  <a:pt x="705367" y="919122"/>
                  <a:pt x="705367" y="933543"/>
                </a:cubicBezTo>
                <a:cubicBezTo>
                  <a:pt x="705367" y="947964"/>
                  <a:pt x="693677" y="959654"/>
                  <a:pt x="679256" y="959654"/>
                </a:cubicBezTo>
                <a:cubicBezTo>
                  <a:pt x="664835" y="959654"/>
                  <a:pt x="653145" y="947964"/>
                  <a:pt x="653145" y="933543"/>
                </a:cubicBezTo>
                <a:cubicBezTo>
                  <a:pt x="653145" y="919122"/>
                  <a:pt x="664835" y="907432"/>
                  <a:pt x="679256" y="907432"/>
                </a:cubicBezTo>
                <a:close/>
                <a:moveTo>
                  <a:pt x="461542" y="907432"/>
                </a:moveTo>
                <a:cubicBezTo>
                  <a:pt x="475963" y="907432"/>
                  <a:pt x="487653" y="919122"/>
                  <a:pt x="487653" y="933543"/>
                </a:cubicBezTo>
                <a:cubicBezTo>
                  <a:pt x="487653" y="947964"/>
                  <a:pt x="475963" y="959654"/>
                  <a:pt x="461542" y="959654"/>
                </a:cubicBezTo>
                <a:cubicBezTo>
                  <a:pt x="447121" y="959654"/>
                  <a:pt x="435431" y="947964"/>
                  <a:pt x="435431" y="933543"/>
                </a:cubicBezTo>
                <a:cubicBezTo>
                  <a:pt x="435431" y="919122"/>
                  <a:pt x="447121" y="907432"/>
                  <a:pt x="461542" y="907432"/>
                </a:cubicBezTo>
                <a:close/>
                <a:moveTo>
                  <a:pt x="243828" y="907432"/>
                </a:moveTo>
                <a:cubicBezTo>
                  <a:pt x="258249" y="907432"/>
                  <a:pt x="269939" y="919122"/>
                  <a:pt x="269939" y="933543"/>
                </a:cubicBezTo>
                <a:cubicBezTo>
                  <a:pt x="269939" y="947964"/>
                  <a:pt x="258249" y="959654"/>
                  <a:pt x="243828" y="959654"/>
                </a:cubicBezTo>
                <a:cubicBezTo>
                  <a:pt x="229407" y="959654"/>
                  <a:pt x="217717" y="947964"/>
                  <a:pt x="217717" y="933543"/>
                </a:cubicBezTo>
                <a:cubicBezTo>
                  <a:pt x="217717" y="919122"/>
                  <a:pt x="229407" y="907432"/>
                  <a:pt x="243828" y="907432"/>
                </a:cubicBezTo>
                <a:close/>
                <a:moveTo>
                  <a:pt x="26114" y="907432"/>
                </a:moveTo>
                <a:cubicBezTo>
                  <a:pt x="40535" y="907432"/>
                  <a:pt x="52225" y="919122"/>
                  <a:pt x="52225" y="933543"/>
                </a:cubicBezTo>
                <a:cubicBezTo>
                  <a:pt x="52225" y="947964"/>
                  <a:pt x="40535" y="959654"/>
                  <a:pt x="26114" y="959654"/>
                </a:cubicBezTo>
                <a:cubicBezTo>
                  <a:pt x="11693" y="959654"/>
                  <a:pt x="3" y="947964"/>
                  <a:pt x="3" y="933543"/>
                </a:cubicBezTo>
                <a:cubicBezTo>
                  <a:pt x="3" y="919122"/>
                  <a:pt x="11693" y="907432"/>
                  <a:pt x="26114" y="907432"/>
                </a:cubicBezTo>
                <a:close/>
                <a:moveTo>
                  <a:pt x="1550113" y="680574"/>
                </a:moveTo>
                <a:cubicBezTo>
                  <a:pt x="1564534" y="680574"/>
                  <a:pt x="1576224" y="692264"/>
                  <a:pt x="1576224" y="706685"/>
                </a:cubicBezTo>
                <a:cubicBezTo>
                  <a:pt x="1576224" y="721106"/>
                  <a:pt x="1564534" y="732796"/>
                  <a:pt x="1550113" y="732796"/>
                </a:cubicBezTo>
                <a:cubicBezTo>
                  <a:pt x="1535692" y="732796"/>
                  <a:pt x="1524002" y="721106"/>
                  <a:pt x="1524002" y="706685"/>
                </a:cubicBezTo>
                <a:cubicBezTo>
                  <a:pt x="1524002" y="692264"/>
                  <a:pt x="1535692" y="680574"/>
                  <a:pt x="1550113" y="680574"/>
                </a:cubicBezTo>
                <a:close/>
                <a:moveTo>
                  <a:pt x="1332399" y="680574"/>
                </a:moveTo>
                <a:cubicBezTo>
                  <a:pt x="1346820" y="680574"/>
                  <a:pt x="1358510" y="692264"/>
                  <a:pt x="1358510" y="706685"/>
                </a:cubicBezTo>
                <a:cubicBezTo>
                  <a:pt x="1358510" y="721106"/>
                  <a:pt x="1346820" y="732796"/>
                  <a:pt x="1332399" y="732796"/>
                </a:cubicBezTo>
                <a:cubicBezTo>
                  <a:pt x="1317978" y="732796"/>
                  <a:pt x="1306288" y="721106"/>
                  <a:pt x="1306288" y="706685"/>
                </a:cubicBezTo>
                <a:cubicBezTo>
                  <a:pt x="1306288" y="692264"/>
                  <a:pt x="1317978" y="680574"/>
                  <a:pt x="1332399" y="680574"/>
                </a:cubicBezTo>
                <a:close/>
                <a:moveTo>
                  <a:pt x="1114686" y="680574"/>
                </a:moveTo>
                <a:cubicBezTo>
                  <a:pt x="1129107" y="680574"/>
                  <a:pt x="1140797" y="692264"/>
                  <a:pt x="1140797" y="706685"/>
                </a:cubicBezTo>
                <a:cubicBezTo>
                  <a:pt x="1140797" y="721106"/>
                  <a:pt x="1129107" y="732796"/>
                  <a:pt x="1114686" y="732796"/>
                </a:cubicBezTo>
                <a:cubicBezTo>
                  <a:pt x="1100265" y="732796"/>
                  <a:pt x="1088575" y="721106"/>
                  <a:pt x="1088575" y="706685"/>
                </a:cubicBezTo>
                <a:cubicBezTo>
                  <a:pt x="1088575" y="692264"/>
                  <a:pt x="1100265" y="680574"/>
                  <a:pt x="1114686" y="680574"/>
                </a:cubicBezTo>
                <a:close/>
                <a:moveTo>
                  <a:pt x="896972" y="680574"/>
                </a:moveTo>
                <a:cubicBezTo>
                  <a:pt x="911393" y="680574"/>
                  <a:pt x="923083" y="692264"/>
                  <a:pt x="923083" y="706685"/>
                </a:cubicBezTo>
                <a:cubicBezTo>
                  <a:pt x="923083" y="721106"/>
                  <a:pt x="911393" y="732796"/>
                  <a:pt x="896972" y="732796"/>
                </a:cubicBezTo>
                <a:cubicBezTo>
                  <a:pt x="882551" y="732796"/>
                  <a:pt x="870861" y="721106"/>
                  <a:pt x="870861" y="706685"/>
                </a:cubicBezTo>
                <a:cubicBezTo>
                  <a:pt x="870861" y="692264"/>
                  <a:pt x="882551" y="680574"/>
                  <a:pt x="896972" y="680574"/>
                </a:cubicBezTo>
                <a:close/>
                <a:moveTo>
                  <a:pt x="679257" y="680574"/>
                </a:moveTo>
                <a:cubicBezTo>
                  <a:pt x="693678" y="680574"/>
                  <a:pt x="705368" y="692264"/>
                  <a:pt x="705368" y="706685"/>
                </a:cubicBezTo>
                <a:cubicBezTo>
                  <a:pt x="705368" y="721106"/>
                  <a:pt x="693678" y="732796"/>
                  <a:pt x="679257" y="732796"/>
                </a:cubicBezTo>
                <a:cubicBezTo>
                  <a:pt x="664836" y="732796"/>
                  <a:pt x="653146" y="721106"/>
                  <a:pt x="653146" y="706685"/>
                </a:cubicBezTo>
                <a:cubicBezTo>
                  <a:pt x="653146" y="692264"/>
                  <a:pt x="664836" y="680574"/>
                  <a:pt x="679257" y="680574"/>
                </a:cubicBezTo>
                <a:close/>
                <a:moveTo>
                  <a:pt x="461543" y="680574"/>
                </a:moveTo>
                <a:cubicBezTo>
                  <a:pt x="475964" y="680574"/>
                  <a:pt x="487654" y="692264"/>
                  <a:pt x="487654" y="706685"/>
                </a:cubicBezTo>
                <a:cubicBezTo>
                  <a:pt x="487654" y="721106"/>
                  <a:pt x="475964" y="732796"/>
                  <a:pt x="461543" y="732796"/>
                </a:cubicBezTo>
                <a:cubicBezTo>
                  <a:pt x="447122" y="732796"/>
                  <a:pt x="435432" y="721106"/>
                  <a:pt x="435432" y="706685"/>
                </a:cubicBezTo>
                <a:cubicBezTo>
                  <a:pt x="435432" y="692264"/>
                  <a:pt x="447122" y="680574"/>
                  <a:pt x="461543" y="680574"/>
                </a:cubicBezTo>
                <a:close/>
                <a:moveTo>
                  <a:pt x="243829" y="680574"/>
                </a:moveTo>
                <a:cubicBezTo>
                  <a:pt x="258250" y="680574"/>
                  <a:pt x="269940" y="692264"/>
                  <a:pt x="269940" y="706685"/>
                </a:cubicBezTo>
                <a:cubicBezTo>
                  <a:pt x="269940" y="721106"/>
                  <a:pt x="258250" y="732796"/>
                  <a:pt x="243829" y="732796"/>
                </a:cubicBezTo>
                <a:cubicBezTo>
                  <a:pt x="229408" y="732796"/>
                  <a:pt x="217718" y="721106"/>
                  <a:pt x="217718" y="706685"/>
                </a:cubicBezTo>
                <a:cubicBezTo>
                  <a:pt x="217718" y="692264"/>
                  <a:pt x="229408" y="680574"/>
                  <a:pt x="243829" y="680574"/>
                </a:cubicBezTo>
                <a:close/>
                <a:moveTo>
                  <a:pt x="26115" y="680574"/>
                </a:moveTo>
                <a:cubicBezTo>
                  <a:pt x="40536" y="680574"/>
                  <a:pt x="52226" y="692264"/>
                  <a:pt x="52226" y="706685"/>
                </a:cubicBezTo>
                <a:cubicBezTo>
                  <a:pt x="52226" y="721106"/>
                  <a:pt x="40536" y="732796"/>
                  <a:pt x="26115" y="732796"/>
                </a:cubicBezTo>
                <a:cubicBezTo>
                  <a:pt x="11694" y="732796"/>
                  <a:pt x="4" y="721106"/>
                  <a:pt x="4" y="706685"/>
                </a:cubicBezTo>
                <a:cubicBezTo>
                  <a:pt x="4" y="692264"/>
                  <a:pt x="11694" y="680574"/>
                  <a:pt x="26115" y="680574"/>
                </a:cubicBezTo>
                <a:close/>
                <a:moveTo>
                  <a:pt x="26116" y="453717"/>
                </a:moveTo>
                <a:cubicBezTo>
                  <a:pt x="40537" y="453717"/>
                  <a:pt x="52227" y="465407"/>
                  <a:pt x="52227" y="479827"/>
                </a:cubicBezTo>
                <a:cubicBezTo>
                  <a:pt x="52227" y="494249"/>
                  <a:pt x="40537" y="505939"/>
                  <a:pt x="26116" y="505939"/>
                </a:cubicBezTo>
                <a:cubicBezTo>
                  <a:pt x="11695" y="505939"/>
                  <a:pt x="5" y="494249"/>
                  <a:pt x="5" y="479827"/>
                </a:cubicBezTo>
                <a:cubicBezTo>
                  <a:pt x="5" y="465407"/>
                  <a:pt x="11695" y="453717"/>
                  <a:pt x="26116" y="453717"/>
                </a:cubicBezTo>
                <a:close/>
                <a:moveTo>
                  <a:pt x="243830" y="453717"/>
                </a:moveTo>
                <a:cubicBezTo>
                  <a:pt x="258251" y="453717"/>
                  <a:pt x="269941" y="465407"/>
                  <a:pt x="269941" y="479827"/>
                </a:cubicBezTo>
                <a:cubicBezTo>
                  <a:pt x="269941" y="494249"/>
                  <a:pt x="258251" y="505939"/>
                  <a:pt x="243830" y="505939"/>
                </a:cubicBezTo>
                <a:cubicBezTo>
                  <a:pt x="229409" y="505939"/>
                  <a:pt x="217719" y="494249"/>
                  <a:pt x="217719" y="479827"/>
                </a:cubicBezTo>
                <a:cubicBezTo>
                  <a:pt x="217719" y="465407"/>
                  <a:pt x="229409" y="453717"/>
                  <a:pt x="243830" y="453717"/>
                </a:cubicBezTo>
                <a:close/>
                <a:moveTo>
                  <a:pt x="461544" y="453717"/>
                </a:moveTo>
                <a:cubicBezTo>
                  <a:pt x="475965" y="453717"/>
                  <a:pt x="487655" y="465407"/>
                  <a:pt x="487655" y="479827"/>
                </a:cubicBezTo>
                <a:cubicBezTo>
                  <a:pt x="487655" y="494249"/>
                  <a:pt x="475965" y="505939"/>
                  <a:pt x="461544" y="505939"/>
                </a:cubicBezTo>
                <a:cubicBezTo>
                  <a:pt x="447123" y="505939"/>
                  <a:pt x="435433" y="494249"/>
                  <a:pt x="435433" y="479827"/>
                </a:cubicBezTo>
                <a:cubicBezTo>
                  <a:pt x="435433" y="465407"/>
                  <a:pt x="447123" y="453717"/>
                  <a:pt x="461544" y="453717"/>
                </a:cubicBezTo>
                <a:close/>
                <a:moveTo>
                  <a:pt x="679258" y="453717"/>
                </a:moveTo>
                <a:cubicBezTo>
                  <a:pt x="693679" y="453717"/>
                  <a:pt x="705369" y="465407"/>
                  <a:pt x="705369" y="479827"/>
                </a:cubicBezTo>
                <a:cubicBezTo>
                  <a:pt x="705369" y="494249"/>
                  <a:pt x="693679" y="505939"/>
                  <a:pt x="679258" y="505939"/>
                </a:cubicBezTo>
                <a:cubicBezTo>
                  <a:pt x="664837" y="505939"/>
                  <a:pt x="653147" y="494249"/>
                  <a:pt x="653147" y="479827"/>
                </a:cubicBezTo>
                <a:cubicBezTo>
                  <a:pt x="653147" y="465407"/>
                  <a:pt x="664837" y="453717"/>
                  <a:pt x="679258" y="453717"/>
                </a:cubicBezTo>
                <a:close/>
                <a:moveTo>
                  <a:pt x="896973" y="453717"/>
                </a:moveTo>
                <a:cubicBezTo>
                  <a:pt x="911394" y="453717"/>
                  <a:pt x="923084" y="465406"/>
                  <a:pt x="923084" y="479827"/>
                </a:cubicBezTo>
                <a:cubicBezTo>
                  <a:pt x="923084" y="494248"/>
                  <a:pt x="911394" y="505939"/>
                  <a:pt x="896973" y="505939"/>
                </a:cubicBezTo>
                <a:cubicBezTo>
                  <a:pt x="882552" y="505939"/>
                  <a:pt x="870862" y="494248"/>
                  <a:pt x="870862" y="479827"/>
                </a:cubicBezTo>
                <a:cubicBezTo>
                  <a:pt x="870862" y="465406"/>
                  <a:pt x="882552" y="453717"/>
                  <a:pt x="896973" y="453717"/>
                </a:cubicBezTo>
                <a:close/>
                <a:moveTo>
                  <a:pt x="1114687" y="453717"/>
                </a:moveTo>
                <a:cubicBezTo>
                  <a:pt x="1129108" y="453717"/>
                  <a:pt x="1140798" y="465406"/>
                  <a:pt x="1140798" y="479827"/>
                </a:cubicBezTo>
                <a:cubicBezTo>
                  <a:pt x="1140798" y="494248"/>
                  <a:pt x="1129108" y="505938"/>
                  <a:pt x="1114687" y="505938"/>
                </a:cubicBezTo>
                <a:cubicBezTo>
                  <a:pt x="1100266" y="505938"/>
                  <a:pt x="1088576" y="494248"/>
                  <a:pt x="1088576" y="479827"/>
                </a:cubicBezTo>
                <a:cubicBezTo>
                  <a:pt x="1088576" y="465406"/>
                  <a:pt x="1100266" y="453717"/>
                  <a:pt x="1114687" y="453717"/>
                </a:cubicBezTo>
                <a:close/>
                <a:moveTo>
                  <a:pt x="1332400" y="453716"/>
                </a:moveTo>
                <a:cubicBezTo>
                  <a:pt x="1346821" y="453716"/>
                  <a:pt x="1358511" y="465406"/>
                  <a:pt x="1358511" y="479827"/>
                </a:cubicBezTo>
                <a:cubicBezTo>
                  <a:pt x="1358511" y="494248"/>
                  <a:pt x="1346821" y="505938"/>
                  <a:pt x="1332400" y="505938"/>
                </a:cubicBezTo>
                <a:cubicBezTo>
                  <a:pt x="1317979" y="505938"/>
                  <a:pt x="1306289" y="494248"/>
                  <a:pt x="1306289" y="479827"/>
                </a:cubicBezTo>
                <a:cubicBezTo>
                  <a:pt x="1306289" y="465406"/>
                  <a:pt x="1317979" y="453716"/>
                  <a:pt x="1332400" y="453716"/>
                </a:cubicBezTo>
                <a:close/>
                <a:moveTo>
                  <a:pt x="1550114" y="453716"/>
                </a:moveTo>
                <a:cubicBezTo>
                  <a:pt x="1564535" y="453716"/>
                  <a:pt x="1576225" y="465406"/>
                  <a:pt x="1576225" y="479827"/>
                </a:cubicBezTo>
                <a:cubicBezTo>
                  <a:pt x="1576225" y="494248"/>
                  <a:pt x="1564535" y="505938"/>
                  <a:pt x="1550114" y="505938"/>
                </a:cubicBezTo>
                <a:cubicBezTo>
                  <a:pt x="1535693" y="505938"/>
                  <a:pt x="1524003" y="494248"/>
                  <a:pt x="1524003" y="479827"/>
                </a:cubicBezTo>
                <a:cubicBezTo>
                  <a:pt x="1524003" y="465406"/>
                  <a:pt x="1535693" y="453716"/>
                  <a:pt x="1550114" y="453716"/>
                </a:cubicBezTo>
                <a:close/>
                <a:moveTo>
                  <a:pt x="1114688" y="226858"/>
                </a:moveTo>
                <a:cubicBezTo>
                  <a:pt x="1129109" y="226858"/>
                  <a:pt x="1140799" y="238548"/>
                  <a:pt x="1140799" y="252969"/>
                </a:cubicBezTo>
                <a:cubicBezTo>
                  <a:pt x="1140799" y="267390"/>
                  <a:pt x="1129109" y="279080"/>
                  <a:pt x="1114688" y="279080"/>
                </a:cubicBezTo>
                <a:cubicBezTo>
                  <a:pt x="1100267" y="279080"/>
                  <a:pt x="1088577" y="267390"/>
                  <a:pt x="1088577" y="252969"/>
                </a:cubicBezTo>
                <a:cubicBezTo>
                  <a:pt x="1088577" y="238548"/>
                  <a:pt x="1100267" y="226858"/>
                  <a:pt x="1114688" y="226858"/>
                </a:cubicBezTo>
                <a:close/>
                <a:moveTo>
                  <a:pt x="896974" y="226858"/>
                </a:moveTo>
                <a:cubicBezTo>
                  <a:pt x="911395" y="226858"/>
                  <a:pt x="923085" y="238548"/>
                  <a:pt x="923085" y="252969"/>
                </a:cubicBezTo>
                <a:cubicBezTo>
                  <a:pt x="923085" y="267390"/>
                  <a:pt x="911395" y="279080"/>
                  <a:pt x="896974" y="279080"/>
                </a:cubicBezTo>
                <a:cubicBezTo>
                  <a:pt x="882553" y="279080"/>
                  <a:pt x="870863" y="267390"/>
                  <a:pt x="870863" y="252969"/>
                </a:cubicBezTo>
                <a:cubicBezTo>
                  <a:pt x="870863" y="238548"/>
                  <a:pt x="882553" y="226858"/>
                  <a:pt x="896974" y="226858"/>
                </a:cubicBezTo>
                <a:close/>
                <a:moveTo>
                  <a:pt x="679259" y="226858"/>
                </a:moveTo>
                <a:cubicBezTo>
                  <a:pt x="693680" y="226858"/>
                  <a:pt x="705370" y="238548"/>
                  <a:pt x="705370" y="252970"/>
                </a:cubicBezTo>
                <a:cubicBezTo>
                  <a:pt x="705370" y="267391"/>
                  <a:pt x="693680" y="279080"/>
                  <a:pt x="679259" y="279080"/>
                </a:cubicBezTo>
                <a:cubicBezTo>
                  <a:pt x="664838" y="279080"/>
                  <a:pt x="653148" y="267391"/>
                  <a:pt x="653148" y="252970"/>
                </a:cubicBezTo>
                <a:cubicBezTo>
                  <a:pt x="653148" y="238548"/>
                  <a:pt x="664838" y="226858"/>
                  <a:pt x="679259" y="226858"/>
                </a:cubicBezTo>
                <a:close/>
                <a:moveTo>
                  <a:pt x="461545" y="226858"/>
                </a:moveTo>
                <a:cubicBezTo>
                  <a:pt x="475966" y="226858"/>
                  <a:pt x="487656" y="238549"/>
                  <a:pt x="487656" y="252970"/>
                </a:cubicBezTo>
                <a:cubicBezTo>
                  <a:pt x="487656" y="267391"/>
                  <a:pt x="475966" y="279081"/>
                  <a:pt x="461545" y="279081"/>
                </a:cubicBezTo>
                <a:cubicBezTo>
                  <a:pt x="447124" y="279081"/>
                  <a:pt x="435434" y="267391"/>
                  <a:pt x="435434" y="252970"/>
                </a:cubicBezTo>
                <a:cubicBezTo>
                  <a:pt x="435434" y="238549"/>
                  <a:pt x="447124" y="226858"/>
                  <a:pt x="461545" y="226858"/>
                </a:cubicBezTo>
                <a:close/>
                <a:moveTo>
                  <a:pt x="243831" y="226858"/>
                </a:moveTo>
                <a:cubicBezTo>
                  <a:pt x="258252" y="226858"/>
                  <a:pt x="269942" y="238549"/>
                  <a:pt x="269942" y="252970"/>
                </a:cubicBezTo>
                <a:cubicBezTo>
                  <a:pt x="269942" y="267391"/>
                  <a:pt x="258252" y="279081"/>
                  <a:pt x="243831" y="279081"/>
                </a:cubicBezTo>
                <a:cubicBezTo>
                  <a:pt x="229410" y="279081"/>
                  <a:pt x="217720" y="267391"/>
                  <a:pt x="217720" y="252970"/>
                </a:cubicBezTo>
                <a:cubicBezTo>
                  <a:pt x="217720" y="238549"/>
                  <a:pt x="229410" y="226858"/>
                  <a:pt x="243831" y="226858"/>
                </a:cubicBezTo>
                <a:close/>
                <a:moveTo>
                  <a:pt x="26117" y="226858"/>
                </a:moveTo>
                <a:cubicBezTo>
                  <a:pt x="40538" y="226858"/>
                  <a:pt x="52228" y="238549"/>
                  <a:pt x="52228" y="252970"/>
                </a:cubicBezTo>
                <a:cubicBezTo>
                  <a:pt x="52228" y="267391"/>
                  <a:pt x="40538" y="279081"/>
                  <a:pt x="26117" y="279081"/>
                </a:cubicBezTo>
                <a:cubicBezTo>
                  <a:pt x="11696" y="279081"/>
                  <a:pt x="6" y="267391"/>
                  <a:pt x="6" y="252970"/>
                </a:cubicBezTo>
                <a:cubicBezTo>
                  <a:pt x="6" y="238549"/>
                  <a:pt x="11696" y="226858"/>
                  <a:pt x="26117" y="226858"/>
                </a:cubicBezTo>
                <a:close/>
                <a:moveTo>
                  <a:pt x="1332401" y="226858"/>
                </a:moveTo>
                <a:cubicBezTo>
                  <a:pt x="1346822" y="226858"/>
                  <a:pt x="1358512" y="238548"/>
                  <a:pt x="1358512" y="252969"/>
                </a:cubicBezTo>
                <a:cubicBezTo>
                  <a:pt x="1358512" y="267390"/>
                  <a:pt x="1346822" y="279080"/>
                  <a:pt x="1332401" y="279080"/>
                </a:cubicBezTo>
                <a:cubicBezTo>
                  <a:pt x="1317980" y="279080"/>
                  <a:pt x="1306290" y="267390"/>
                  <a:pt x="1306290" y="252969"/>
                </a:cubicBezTo>
                <a:cubicBezTo>
                  <a:pt x="1306290" y="238548"/>
                  <a:pt x="1317980" y="226858"/>
                  <a:pt x="1332401" y="226858"/>
                </a:cubicBezTo>
                <a:close/>
                <a:moveTo>
                  <a:pt x="1550115" y="226858"/>
                </a:moveTo>
                <a:cubicBezTo>
                  <a:pt x="1564536" y="226858"/>
                  <a:pt x="1576226" y="238548"/>
                  <a:pt x="1576226" y="252969"/>
                </a:cubicBezTo>
                <a:cubicBezTo>
                  <a:pt x="1576226" y="267390"/>
                  <a:pt x="1564536" y="279080"/>
                  <a:pt x="1550115" y="279080"/>
                </a:cubicBezTo>
                <a:cubicBezTo>
                  <a:pt x="1535694" y="279080"/>
                  <a:pt x="1524004" y="267390"/>
                  <a:pt x="1524004" y="252969"/>
                </a:cubicBezTo>
                <a:cubicBezTo>
                  <a:pt x="1524004" y="238548"/>
                  <a:pt x="1535694" y="226858"/>
                  <a:pt x="1550115" y="226858"/>
                </a:cubicBezTo>
                <a:close/>
                <a:moveTo>
                  <a:pt x="26117" y="2"/>
                </a:moveTo>
                <a:cubicBezTo>
                  <a:pt x="40538" y="2"/>
                  <a:pt x="52228" y="11692"/>
                  <a:pt x="52228" y="26113"/>
                </a:cubicBezTo>
                <a:cubicBezTo>
                  <a:pt x="52228" y="40534"/>
                  <a:pt x="40538" y="52224"/>
                  <a:pt x="26117" y="52224"/>
                </a:cubicBezTo>
                <a:cubicBezTo>
                  <a:pt x="11696" y="52224"/>
                  <a:pt x="6" y="40534"/>
                  <a:pt x="6" y="26113"/>
                </a:cubicBezTo>
                <a:cubicBezTo>
                  <a:pt x="6" y="11692"/>
                  <a:pt x="11696" y="2"/>
                  <a:pt x="26117" y="2"/>
                </a:cubicBezTo>
                <a:close/>
                <a:moveTo>
                  <a:pt x="243831" y="1"/>
                </a:moveTo>
                <a:cubicBezTo>
                  <a:pt x="258252" y="1"/>
                  <a:pt x="269942" y="11691"/>
                  <a:pt x="269942" y="26112"/>
                </a:cubicBezTo>
                <a:cubicBezTo>
                  <a:pt x="269942" y="40534"/>
                  <a:pt x="258252" y="52224"/>
                  <a:pt x="243831" y="52224"/>
                </a:cubicBezTo>
                <a:cubicBezTo>
                  <a:pt x="229410" y="52224"/>
                  <a:pt x="217720" y="40534"/>
                  <a:pt x="217720" y="26112"/>
                </a:cubicBezTo>
                <a:cubicBezTo>
                  <a:pt x="217720" y="11691"/>
                  <a:pt x="229410" y="1"/>
                  <a:pt x="243831" y="1"/>
                </a:cubicBezTo>
                <a:close/>
                <a:moveTo>
                  <a:pt x="461545" y="1"/>
                </a:moveTo>
                <a:cubicBezTo>
                  <a:pt x="475966" y="1"/>
                  <a:pt x="487656" y="11691"/>
                  <a:pt x="487656" y="26112"/>
                </a:cubicBezTo>
                <a:cubicBezTo>
                  <a:pt x="487656" y="40534"/>
                  <a:pt x="475966" y="52224"/>
                  <a:pt x="461545" y="52224"/>
                </a:cubicBezTo>
                <a:cubicBezTo>
                  <a:pt x="447124" y="52224"/>
                  <a:pt x="435434" y="40534"/>
                  <a:pt x="435434" y="26112"/>
                </a:cubicBezTo>
                <a:cubicBezTo>
                  <a:pt x="435434" y="11691"/>
                  <a:pt x="447124" y="1"/>
                  <a:pt x="461545" y="1"/>
                </a:cubicBezTo>
                <a:close/>
                <a:moveTo>
                  <a:pt x="679259" y="1"/>
                </a:moveTo>
                <a:cubicBezTo>
                  <a:pt x="693680" y="1"/>
                  <a:pt x="705370" y="11691"/>
                  <a:pt x="705370" y="26112"/>
                </a:cubicBezTo>
                <a:cubicBezTo>
                  <a:pt x="705370" y="40533"/>
                  <a:pt x="693680" y="52223"/>
                  <a:pt x="679259" y="52223"/>
                </a:cubicBezTo>
                <a:cubicBezTo>
                  <a:pt x="664838" y="52223"/>
                  <a:pt x="653148" y="40533"/>
                  <a:pt x="653148" y="26112"/>
                </a:cubicBezTo>
                <a:cubicBezTo>
                  <a:pt x="653148" y="11691"/>
                  <a:pt x="664838" y="1"/>
                  <a:pt x="679259" y="1"/>
                </a:cubicBezTo>
                <a:close/>
                <a:moveTo>
                  <a:pt x="896974" y="1"/>
                </a:moveTo>
                <a:cubicBezTo>
                  <a:pt x="911395" y="1"/>
                  <a:pt x="923085" y="11691"/>
                  <a:pt x="923085" y="26112"/>
                </a:cubicBezTo>
                <a:cubicBezTo>
                  <a:pt x="923085" y="40533"/>
                  <a:pt x="911395" y="52223"/>
                  <a:pt x="896974" y="52223"/>
                </a:cubicBezTo>
                <a:cubicBezTo>
                  <a:pt x="882553" y="52223"/>
                  <a:pt x="870863" y="40533"/>
                  <a:pt x="870863" y="26112"/>
                </a:cubicBezTo>
                <a:cubicBezTo>
                  <a:pt x="870863" y="11691"/>
                  <a:pt x="882553" y="1"/>
                  <a:pt x="896974" y="1"/>
                </a:cubicBezTo>
                <a:close/>
                <a:moveTo>
                  <a:pt x="1114688" y="1"/>
                </a:moveTo>
                <a:cubicBezTo>
                  <a:pt x="1129109" y="1"/>
                  <a:pt x="1140799" y="11691"/>
                  <a:pt x="1140799" y="26112"/>
                </a:cubicBezTo>
                <a:cubicBezTo>
                  <a:pt x="1140799" y="40533"/>
                  <a:pt x="1129109" y="52223"/>
                  <a:pt x="1114688" y="52223"/>
                </a:cubicBezTo>
                <a:cubicBezTo>
                  <a:pt x="1100267" y="52223"/>
                  <a:pt x="1088577" y="40533"/>
                  <a:pt x="1088577" y="26112"/>
                </a:cubicBezTo>
                <a:cubicBezTo>
                  <a:pt x="1088577" y="11691"/>
                  <a:pt x="1100267" y="1"/>
                  <a:pt x="1114688" y="1"/>
                </a:cubicBezTo>
                <a:close/>
                <a:moveTo>
                  <a:pt x="1332401" y="0"/>
                </a:moveTo>
                <a:cubicBezTo>
                  <a:pt x="1346822" y="0"/>
                  <a:pt x="1358512" y="11690"/>
                  <a:pt x="1358512" y="26111"/>
                </a:cubicBezTo>
                <a:cubicBezTo>
                  <a:pt x="1358512" y="40533"/>
                  <a:pt x="1346822" y="52223"/>
                  <a:pt x="1332401" y="52223"/>
                </a:cubicBezTo>
                <a:cubicBezTo>
                  <a:pt x="1317980" y="52223"/>
                  <a:pt x="1306290" y="40533"/>
                  <a:pt x="1306290" y="26111"/>
                </a:cubicBezTo>
                <a:cubicBezTo>
                  <a:pt x="1306290" y="11690"/>
                  <a:pt x="1317980" y="0"/>
                  <a:pt x="1332401" y="0"/>
                </a:cubicBezTo>
                <a:close/>
                <a:moveTo>
                  <a:pt x="1550115" y="0"/>
                </a:moveTo>
                <a:cubicBezTo>
                  <a:pt x="1564536" y="0"/>
                  <a:pt x="1576226" y="11690"/>
                  <a:pt x="1576226" y="26111"/>
                </a:cubicBezTo>
                <a:cubicBezTo>
                  <a:pt x="1576226" y="40532"/>
                  <a:pt x="1564536" y="52222"/>
                  <a:pt x="1550115" y="52222"/>
                </a:cubicBezTo>
                <a:cubicBezTo>
                  <a:pt x="1535694" y="52222"/>
                  <a:pt x="1524004" y="40532"/>
                  <a:pt x="1524004" y="26111"/>
                </a:cubicBezTo>
                <a:cubicBezTo>
                  <a:pt x="1524004" y="11690"/>
                  <a:pt x="1535694" y="0"/>
                  <a:pt x="1550115" y="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300073" y="-1163122"/>
            <a:ext cx="316868" cy="2916154"/>
            <a:chOff x="195756" y="3941844"/>
            <a:chExt cx="316868" cy="2916154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673520" y="4861848"/>
              <a:ext cx="2055451" cy="215444"/>
              <a:chOff x="1266620" y="6087629"/>
              <a:chExt cx="2055451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587294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52" y="512166"/>
            <a:ext cx="5816520" cy="794692"/>
          </a:xfrm>
        </p:spPr>
        <p:txBody>
          <a:bodyPr>
            <a:normAutofit/>
          </a:bodyPr>
          <a:lstStyle>
            <a:lvl1pPr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5E9575F-55D1-E73E-3E18-66C3B3EFC0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CA266616-EE63-35FE-1592-FAFDEDF474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FB2F18-82AB-41F5-63D9-2B6037BF6C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376153" y="46953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146160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52B39B-774B-5D94-FB70-CC55C8000625}"/>
              </a:ext>
            </a:extLst>
          </p:cNvPr>
          <p:cNvSpPr>
            <a:spLocks/>
          </p:cNvSpPr>
          <p:nvPr userDrawn="1"/>
        </p:nvSpPr>
        <p:spPr>
          <a:xfrm>
            <a:off x="427" y="0"/>
            <a:ext cx="121911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3C7350-81B4-1D1E-6200-4E1A71029471}"/>
              </a:ext>
            </a:extLst>
          </p:cNvPr>
          <p:cNvSpPr/>
          <p:nvPr userDrawn="1"/>
        </p:nvSpPr>
        <p:spPr>
          <a:xfrm>
            <a:off x="-485" y="-1"/>
            <a:ext cx="801327" cy="6858000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9D9EA6-4A9B-FEE7-3CD3-743A89BBCCE3}"/>
              </a:ext>
            </a:extLst>
          </p:cNvPr>
          <p:cNvSpPr/>
          <p:nvPr userDrawn="1"/>
        </p:nvSpPr>
        <p:spPr>
          <a:xfrm>
            <a:off x="11400817" y="0"/>
            <a:ext cx="801327" cy="6858000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415489" y="-1278538"/>
            <a:ext cx="316868" cy="3146991"/>
            <a:chOff x="195756" y="3711007"/>
            <a:chExt cx="316868" cy="3146991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788931" y="4746427"/>
              <a:ext cx="2286283" cy="215444"/>
              <a:chOff x="1266620" y="6087629"/>
              <a:chExt cx="2286283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818126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tx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tx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EEF051-B9D7-4A8C-E93B-0A98C8EFB484}"/>
              </a:ext>
            </a:extLst>
          </p:cNvPr>
          <p:cNvSpPr>
            <a:spLocks/>
          </p:cNvSpPr>
          <p:nvPr userDrawn="1"/>
        </p:nvSpPr>
        <p:spPr>
          <a:xfrm>
            <a:off x="402534" y="662668"/>
            <a:ext cx="11386931" cy="554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266700" dir="5400000" sx="97000" sy="97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5E9575F-55D1-E73E-3E18-66C3B3EFC0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79401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817" y="1102454"/>
            <a:ext cx="10278025" cy="1038644"/>
          </a:xfrm>
        </p:spPr>
        <p:txBody>
          <a:bodyPr>
            <a:normAutofit/>
          </a:bodyPr>
          <a:lstStyle>
            <a:lvl1pPr algn="ctr">
              <a:defRPr sz="3200">
                <a:latin typeface="US Army" panose="020B050603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823062-0645-C541-37F7-8DADEBD880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80681" y="2366159"/>
            <a:ext cx="4413809" cy="1650492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45D737-52BE-F84E-0F61-FF96616AB94C}"/>
              </a:ext>
            </a:extLst>
          </p:cNvPr>
          <p:cNvSpPr/>
          <p:nvPr userDrawn="1"/>
        </p:nvSpPr>
        <p:spPr>
          <a:xfrm rot="16200000" flipH="1">
            <a:off x="6063565" y="322325"/>
            <a:ext cx="64867" cy="3904225"/>
          </a:xfrm>
          <a:prstGeom prst="rect">
            <a:avLst/>
          </a:prstGeom>
          <a:solidFill>
            <a:srgbClr val="FFD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A42D5E0-C821-B5F3-C12E-01E8F8AA62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07169" y="2366159"/>
            <a:ext cx="4413809" cy="1650492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B58A651-FAAC-7DC4-B59A-BD0AAF9101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80681" y="4105054"/>
            <a:ext cx="4413809" cy="1650492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63EA57BA-29E1-6511-4D69-219FE28D92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07169" y="4105054"/>
            <a:ext cx="4413809" cy="1650492"/>
          </a:xfrm>
        </p:spPr>
        <p:txBody>
          <a:bodyPr/>
          <a:lstStyle>
            <a:lvl1pPr>
              <a:defRPr sz="2000">
                <a:latin typeface="US Army" panose="020B0506030202020204" pitchFamily="34" charset="0"/>
              </a:defRPr>
            </a:lvl1pPr>
            <a:lvl2pPr>
              <a:defRPr sz="1800">
                <a:latin typeface="US Army" panose="020B0506030202020204" pitchFamily="34" charset="0"/>
              </a:defRPr>
            </a:lvl2pPr>
            <a:lvl3pPr>
              <a:defRPr sz="1400">
                <a:latin typeface="US Army" panose="020B0506030202020204" pitchFamily="34" charset="0"/>
              </a:defRPr>
            </a:lvl3pPr>
            <a:lvl4pPr>
              <a:defRPr sz="1400">
                <a:latin typeface="US Army" panose="020B0506030202020204" pitchFamily="34" charset="0"/>
              </a:defRPr>
            </a:lvl4pPr>
            <a:lvl5pPr>
              <a:defRPr sz="1400">
                <a:latin typeface="US Army" panose="020B0506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83404AE3-2274-956F-6B91-B2090AEFD3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000" y="5982359"/>
            <a:ext cx="553255" cy="7188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B174A7-44AD-D9F6-3E6D-2A5103F98A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30864" y="80047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633809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 and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549FF1-5AB4-9F22-0A75-8DE8672D40C9}"/>
              </a:ext>
            </a:extLst>
          </p:cNvPr>
          <p:cNvSpPr>
            <a:spLocks/>
          </p:cNvSpPr>
          <p:nvPr userDrawn="1"/>
        </p:nvSpPr>
        <p:spPr>
          <a:xfrm>
            <a:off x="-9450" y="0"/>
            <a:ext cx="122014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8607A-7CD5-54FB-093F-674E519073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84218" y="-1680117"/>
            <a:ext cx="14075790" cy="8524215"/>
          </a:xfrm>
          <a:prstGeom prst="rect">
            <a:avLst/>
          </a:prstGeom>
          <a:effectLst/>
        </p:spPr>
      </p:pic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302658" y="6356350"/>
            <a:ext cx="2672369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5A9DCE"/>
                </a:solidFill>
                <a:latin typeface="US Army" panose="020B050603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957F54-5316-253B-C167-8F1738A92BC9}"/>
              </a:ext>
            </a:extLst>
          </p:cNvPr>
          <p:cNvGrpSpPr/>
          <p:nvPr userDrawn="1"/>
        </p:nvGrpSpPr>
        <p:grpSpPr>
          <a:xfrm rot="5400000">
            <a:off x="1300074" y="-1163123"/>
            <a:ext cx="316868" cy="2916156"/>
            <a:chOff x="195756" y="3941842"/>
            <a:chExt cx="316868" cy="2916156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BC1788-B522-3D3B-5DF4-D55CFB5E8792}"/>
                </a:ext>
              </a:extLst>
            </p:cNvPr>
            <p:cNvGrpSpPr/>
            <p:nvPr/>
          </p:nvGrpSpPr>
          <p:grpSpPr>
            <a:xfrm rot="16200000">
              <a:off x="-673518" y="4861846"/>
              <a:ext cx="2055451" cy="215444"/>
              <a:chOff x="1266620" y="6087629"/>
              <a:chExt cx="2055451" cy="215444"/>
            </a:xfrm>
            <a:grpFill/>
            <a:effectLst/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B4EC05-8274-E655-BEA1-6707FEB93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6620" y="6195317"/>
                <a:ext cx="258883" cy="0"/>
              </a:xfrm>
              <a:prstGeom prst="line">
                <a:avLst/>
              </a:prstGeom>
              <a:grp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13FA4-AC7C-6FA8-5C74-F268D3829C56}"/>
                  </a:ext>
                </a:extLst>
              </p:cNvPr>
              <p:cNvSpPr txBox="1"/>
              <p:nvPr/>
            </p:nvSpPr>
            <p:spPr>
              <a:xfrm>
                <a:off x="1734777" y="6087629"/>
                <a:ext cx="1587294" cy="215444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sz="800" spc="300" dirty="0">
                    <a:solidFill>
                      <a:schemeClr val="bg1"/>
                    </a:solidFill>
                    <a:latin typeface="US Army" panose="020B0506030202020204" pitchFamily="34" charset="0"/>
                    <a:cs typeface="Poppins" panose="00000500000000000000" pitchFamily="2" charset="0"/>
                  </a:rPr>
                  <a:t>AI2C Presentation</a:t>
                </a:r>
                <a:endParaRPr lang="id-ID" sz="800" spc="300" dirty="0">
                  <a:solidFill>
                    <a:schemeClr val="bg1"/>
                  </a:solidFill>
                  <a:latin typeface="US Army" panose="020B0506030202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C01EA95-FD84-1191-32A5-ED55B42FA502}"/>
                </a:ext>
              </a:extLst>
            </p:cNvPr>
            <p:cNvSpPr/>
            <p:nvPr/>
          </p:nvSpPr>
          <p:spPr>
            <a:xfrm rot="10800000">
              <a:off x="195756" y="6699563"/>
              <a:ext cx="316868" cy="158435"/>
            </a:xfrm>
            <a:custGeom>
              <a:avLst/>
              <a:gdLst>
                <a:gd name="connsiteX0" fmla="*/ 0 w 388388"/>
                <a:gd name="connsiteY0" fmla="*/ 0 h 194195"/>
                <a:gd name="connsiteX1" fmla="*/ 388388 w 388388"/>
                <a:gd name="connsiteY1" fmla="*/ 0 h 194195"/>
                <a:gd name="connsiteX2" fmla="*/ 388388 w 388388"/>
                <a:gd name="connsiteY2" fmla="*/ 1 h 194195"/>
                <a:gd name="connsiteX3" fmla="*/ 194194 w 388388"/>
                <a:gd name="connsiteY3" fmla="*/ 194195 h 194195"/>
                <a:gd name="connsiteX4" fmla="*/ 0 w 388388"/>
                <a:gd name="connsiteY4" fmla="*/ 1 h 19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388" h="194195">
                  <a:moveTo>
                    <a:pt x="0" y="0"/>
                  </a:moveTo>
                  <a:lnTo>
                    <a:pt x="388388" y="0"/>
                  </a:lnTo>
                  <a:lnTo>
                    <a:pt x="388388" y="1"/>
                  </a:lnTo>
                  <a:cubicBezTo>
                    <a:pt x="388388" y="107251"/>
                    <a:pt x="301444" y="194195"/>
                    <a:pt x="194194" y="194195"/>
                  </a:cubicBezTo>
                  <a:cubicBezTo>
                    <a:pt x="86944" y="194195"/>
                    <a:pt x="0" y="107251"/>
                    <a:pt x="0" y="1"/>
                  </a:cubicBezTo>
                  <a:close/>
                </a:path>
              </a:pathLst>
            </a:custGeom>
            <a:solidFill>
              <a:srgbClr val="FFD52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ED462C2-CE2E-73E9-3328-C655114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461" y="1105253"/>
            <a:ext cx="6918565" cy="865037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D9D9D9"/>
                </a:solidFill>
                <a:latin typeface="US Army" panose="020B050603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CC60AAD-6550-43B2-36B9-CE62FDBD69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56461" y="2164167"/>
            <a:ext cx="6918565" cy="41366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B63CF4F-2A2A-807F-0AC4-B19AEFA1A6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6462" y="2686551"/>
            <a:ext cx="6918564" cy="3218138"/>
          </a:xfrm>
        </p:spPr>
        <p:txBody>
          <a:bodyPr/>
          <a:lstStyle>
            <a:lvl1pPr>
              <a:defRPr sz="2000">
                <a:solidFill>
                  <a:srgbClr val="D9D9D9"/>
                </a:solidFill>
                <a:latin typeface="US Army" panose="020B0506030202020204" pitchFamily="34" charset="0"/>
              </a:defRPr>
            </a:lvl1pPr>
            <a:lvl2pPr>
              <a:defRPr sz="1800">
                <a:solidFill>
                  <a:srgbClr val="D9D9D9"/>
                </a:solidFill>
                <a:latin typeface="US Army" panose="020B0506030202020204" pitchFamily="34" charset="0"/>
              </a:defRPr>
            </a:lvl2pPr>
            <a:lvl3pPr>
              <a:defRPr sz="1400">
                <a:solidFill>
                  <a:srgbClr val="D9D9D9"/>
                </a:solidFill>
                <a:latin typeface="US Army" panose="020B0506030202020204" pitchFamily="34" charset="0"/>
              </a:defRPr>
            </a:lvl3pPr>
            <a:lvl4pPr>
              <a:defRPr sz="1400">
                <a:solidFill>
                  <a:srgbClr val="D9D9D9"/>
                </a:solidFill>
                <a:latin typeface="US Army" panose="020B0506030202020204" pitchFamily="34" charset="0"/>
              </a:defRPr>
            </a:lvl4pPr>
            <a:lvl5pPr>
              <a:defRPr sz="1400">
                <a:solidFill>
                  <a:srgbClr val="D9D9D9"/>
                </a:solidFill>
                <a:latin typeface="US Army" panose="020B0506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1AF410-12F3-70CA-F036-A12A4C498513}"/>
              </a:ext>
            </a:extLst>
          </p:cNvPr>
          <p:cNvSpPr/>
          <p:nvPr userDrawn="1"/>
        </p:nvSpPr>
        <p:spPr>
          <a:xfrm>
            <a:off x="419957" y="1105254"/>
            <a:ext cx="4371097" cy="4799436"/>
          </a:xfrm>
          <a:prstGeom prst="rect">
            <a:avLst/>
          </a:prstGeom>
          <a:noFill/>
          <a:ln w="63500">
            <a:solidFill>
              <a:srgbClr val="FFD5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D54E302-019B-6BAC-3334-F9AD40F98DA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44859" y="1213008"/>
            <a:ext cx="4121291" cy="4539737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26D25C-D4DF-B760-DC9B-5DED42ADDEB2}"/>
              </a:ext>
            </a:extLst>
          </p:cNvPr>
          <p:cNvSpPr/>
          <p:nvPr userDrawn="1"/>
        </p:nvSpPr>
        <p:spPr>
          <a:xfrm>
            <a:off x="5101313" y="6721475"/>
            <a:ext cx="1979924" cy="245246"/>
          </a:xfrm>
          <a:prstGeom prst="rect">
            <a:avLst/>
          </a:prstGeom>
          <a:solidFill>
            <a:srgbClr val="FFD52F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5E826D-0614-8EFE-868C-AAD5AAB18F30}"/>
              </a:ext>
            </a:extLst>
          </p:cNvPr>
          <p:cNvSpPr/>
          <p:nvPr userDrawn="1"/>
        </p:nvSpPr>
        <p:spPr>
          <a:xfrm>
            <a:off x="11060349" y="294944"/>
            <a:ext cx="682819" cy="701666"/>
          </a:xfrm>
          <a:custGeom>
            <a:avLst/>
            <a:gdLst>
              <a:gd name="connsiteX0" fmla="*/ 1550109 w 1576226"/>
              <a:gd name="connsiteY0" fmla="*/ 1588006 h 1640228"/>
              <a:gd name="connsiteX1" fmla="*/ 1576220 w 1576226"/>
              <a:gd name="connsiteY1" fmla="*/ 1614117 h 1640228"/>
              <a:gd name="connsiteX2" fmla="*/ 1550109 w 1576226"/>
              <a:gd name="connsiteY2" fmla="*/ 1640228 h 1640228"/>
              <a:gd name="connsiteX3" fmla="*/ 1523998 w 1576226"/>
              <a:gd name="connsiteY3" fmla="*/ 1614117 h 1640228"/>
              <a:gd name="connsiteX4" fmla="*/ 1550109 w 1576226"/>
              <a:gd name="connsiteY4" fmla="*/ 1588006 h 1640228"/>
              <a:gd name="connsiteX5" fmla="*/ 1332395 w 1576226"/>
              <a:gd name="connsiteY5" fmla="*/ 1588006 h 1640228"/>
              <a:gd name="connsiteX6" fmla="*/ 1358506 w 1576226"/>
              <a:gd name="connsiteY6" fmla="*/ 1614117 h 1640228"/>
              <a:gd name="connsiteX7" fmla="*/ 1332395 w 1576226"/>
              <a:gd name="connsiteY7" fmla="*/ 1640228 h 1640228"/>
              <a:gd name="connsiteX8" fmla="*/ 1306284 w 1576226"/>
              <a:gd name="connsiteY8" fmla="*/ 1614117 h 1640228"/>
              <a:gd name="connsiteX9" fmla="*/ 1332395 w 1576226"/>
              <a:gd name="connsiteY9" fmla="*/ 1588006 h 1640228"/>
              <a:gd name="connsiteX10" fmla="*/ 1114682 w 1576226"/>
              <a:gd name="connsiteY10" fmla="*/ 1588006 h 1640228"/>
              <a:gd name="connsiteX11" fmla="*/ 1140793 w 1576226"/>
              <a:gd name="connsiteY11" fmla="*/ 1614117 h 1640228"/>
              <a:gd name="connsiteX12" fmla="*/ 1114682 w 1576226"/>
              <a:gd name="connsiteY12" fmla="*/ 1640228 h 1640228"/>
              <a:gd name="connsiteX13" fmla="*/ 1088571 w 1576226"/>
              <a:gd name="connsiteY13" fmla="*/ 1614117 h 1640228"/>
              <a:gd name="connsiteX14" fmla="*/ 1114682 w 1576226"/>
              <a:gd name="connsiteY14" fmla="*/ 1588006 h 1640228"/>
              <a:gd name="connsiteX15" fmla="*/ 896968 w 1576226"/>
              <a:gd name="connsiteY15" fmla="*/ 1588006 h 1640228"/>
              <a:gd name="connsiteX16" fmla="*/ 923079 w 1576226"/>
              <a:gd name="connsiteY16" fmla="*/ 1614117 h 1640228"/>
              <a:gd name="connsiteX17" fmla="*/ 896968 w 1576226"/>
              <a:gd name="connsiteY17" fmla="*/ 1640228 h 1640228"/>
              <a:gd name="connsiteX18" fmla="*/ 870857 w 1576226"/>
              <a:gd name="connsiteY18" fmla="*/ 1614117 h 1640228"/>
              <a:gd name="connsiteX19" fmla="*/ 896968 w 1576226"/>
              <a:gd name="connsiteY19" fmla="*/ 1588006 h 1640228"/>
              <a:gd name="connsiteX20" fmla="*/ 679253 w 1576226"/>
              <a:gd name="connsiteY20" fmla="*/ 1588006 h 1640228"/>
              <a:gd name="connsiteX21" fmla="*/ 705364 w 1576226"/>
              <a:gd name="connsiteY21" fmla="*/ 1614117 h 1640228"/>
              <a:gd name="connsiteX22" fmla="*/ 679253 w 1576226"/>
              <a:gd name="connsiteY22" fmla="*/ 1640228 h 1640228"/>
              <a:gd name="connsiteX23" fmla="*/ 653142 w 1576226"/>
              <a:gd name="connsiteY23" fmla="*/ 1614117 h 1640228"/>
              <a:gd name="connsiteX24" fmla="*/ 679253 w 1576226"/>
              <a:gd name="connsiteY24" fmla="*/ 1588006 h 1640228"/>
              <a:gd name="connsiteX25" fmla="*/ 461539 w 1576226"/>
              <a:gd name="connsiteY25" fmla="*/ 1588006 h 1640228"/>
              <a:gd name="connsiteX26" fmla="*/ 487650 w 1576226"/>
              <a:gd name="connsiteY26" fmla="*/ 1614117 h 1640228"/>
              <a:gd name="connsiteX27" fmla="*/ 461539 w 1576226"/>
              <a:gd name="connsiteY27" fmla="*/ 1640228 h 1640228"/>
              <a:gd name="connsiteX28" fmla="*/ 435428 w 1576226"/>
              <a:gd name="connsiteY28" fmla="*/ 1614117 h 1640228"/>
              <a:gd name="connsiteX29" fmla="*/ 461539 w 1576226"/>
              <a:gd name="connsiteY29" fmla="*/ 1588006 h 1640228"/>
              <a:gd name="connsiteX30" fmla="*/ 243825 w 1576226"/>
              <a:gd name="connsiteY30" fmla="*/ 1588006 h 1640228"/>
              <a:gd name="connsiteX31" fmla="*/ 269936 w 1576226"/>
              <a:gd name="connsiteY31" fmla="*/ 1614117 h 1640228"/>
              <a:gd name="connsiteX32" fmla="*/ 243825 w 1576226"/>
              <a:gd name="connsiteY32" fmla="*/ 1640228 h 1640228"/>
              <a:gd name="connsiteX33" fmla="*/ 217714 w 1576226"/>
              <a:gd name="connsiteY33" fmla="*/ 1614117 h 1640228"/>
              <a:gd name="connsiteX34" fmla="*/ 243825 w 1576226"/>
              <a:gd name="connsiteY34" fmla="*/ 1588006 h 1640228"/>
              <a:gd name="connsiteX35" fmla="*/ 26111 w 1576226"/>
              <a:gd name="connsiteY35" fmla="*/ 1588006 h 1640228"/>
              <a:gd name="connsiteX36" fmla="*/ 52222 w 1576226"/>
              <a:gd name="connsiteY36" fmla="*/ 1614117 h 1640228"/>
              <a:gd name="connsiteX37" fmla="*/ 26111 w 1576226"/>
              <a:gd name="connsiteY37" fmla="*/ 1640228 h 1640228"/>
              <a:gd name="connsiteX38" fmla="*/ 0 w 1576226"/>
              <a:gd name="connsiteY38" fmla="*/ 1614117 h 1640228"/>
              <a:gd name="connsiteX39" fmla="*/ 26111 w 1576226"/>
              <a:gd name="connsiteY39" fmla="*/ 1588006 h 1640228"/>
              <a:gd name="connsiteX40" fmla="*/ 1550110 w 1576226"/>
              <a:gd name="connsiteY40" fmla="*/ 1361148 h 1640228"/>
              <a:gd name="connsiteX41" fmla="*/ 1576221 w 1576226"/>
              <a:gd name="connsiteY41" fmla="*/ 1387259 h 1640228"/>
              <a:gd name="connsiteX42" fmla="*/ 1550110 w 1576226"/>
              <a:gd name="connsiteY42" fmla="*/ 1413370 h 1640228"/>
              <a:gd name="connsiteX43" fmla="*/ 1523999 w 1576226"/>
              <a:gd name="connsiteY43" fmla="*/ 1387259 h 1640228"/>
              <a:gd name="connsiteX44" fmla="*/ 1550110 w 1576226"/>
              <a:gd name="connsiteY44" fmla="*/ 1361148 h 1640228"/>
              <a:gd name="connsiteX45" fmla="*/ 1332396 w 1576226"/>
              <a:gd name="connsiteY45" fmla="*/ 1361148 h 1640228"/>
              <a:gd name="connsiteX46" fmla="*/ 1358507 w 1576226"/>
              <a:gd name="connsiteY46" fmla="*/ 1387259 h 1640228"/>
              <a:gd name="connsiteX47" fmla="*/ 1332396 w 1576226"/>
              <a:gd name="connsiteY47" fmla="*/ 1413370 h 1640228"/>
              <a:gd name="connsiteX48" fmla="*/ 1306285 w 1576226"/>
              <a:gd name="connsiteY48" fmla="*/ 1387259 h 1640228"/>
              <a:gd name="connsiteX49" fmla="*/ 1332396 w 1576226"/>
              <a:gd name="connsiteY49" fmla="*/ 1361148 h 1640228"/>
              <a:gd name="connsiteX50" fmla="*/ 1114683 w 1576226"/>
              <a:gd name="connsiteY50" fmla="*/ 1361148 h 1640228"/>
              <a:gd name="connsiteX51" fmla="*/ 1140794 w 1576226"/>
              <a:gd name="connsiteY51" fmla="*/ 1387259 h 1640228"/>
              <a:gd name="connsiteX52" fmla="*/ 1114683 w 1576226"/>
              <a:gd name="connsiteY52" fmla="*/ 1413370 h 1640228"/>
              <a:gd name="connsiteX53" fmla="*/ 1088572 w 1576226"/>
              <a:gd name="connsiteY53" fmla="*/ 1387259 h 1640228"/>
              <a:gd name="connsiteX54" fmla="*/ 1114683 w 1576226"/>
              <a:gd name="connsiteY54" fmla="*/ 1361148 h 1640228"/>
              <a:gd name="connsiteX55" fmla="*/ 896969 w 1576226"/>
              <a:gd name="connsiteY55" fmla="*/ 1361148 h 1640228"/>
              <a:gd name="connsiteX56" fmla="*/ 923080 w 1576226"/>
              <a:gd name="connsiteY56" fmla="*/ 1387259 h 1640228"/>
              <a:gd name="connsiteX57" fmla="*/ 896969 w 1576226"/>
              <a:gd name="connsiteY57" fmla="*/ 1413370 h 1640228"/>
              <a:gd name="connsiteX58" fmla="*/ 870858 w 1576226"/>
              <a:gd name="connsiteY58" fmla="*/ 1387259 h 1640228"/>
              <a:gd name="connsiteX59" fmla="*/ 896969 w 1576226"/>
              <a:gd name="connsiteY59" fmla="*/ 1361148 h 1640228"/>
              <a:gd name="connsiteX60" fmla="*/ 679254 w 1576226"/>
              <a:gd name="connsiteY60" fmla="*/ 1361148 h 1640228"/>
              <a:gd name="connsiteX61" fmla="*/ 705365 w 1576226"/>
              <a:gd name="connsiteY61" fmla="*/ 1387259 h 1640228"/>
              <a:gd name="connsiteX62" fmla="*/ 679254 w 1576226"/>
              <a:gd name="connsiteY62" fmla="*/ 1413370 h 1640228"/>
              <a:gd name="connsiteX63" fmla="*/ 653143 w 1576226"/>
              <a:gd name="connsiteY63" fmla="*/ 1387259 h 1640228"/>
              <a:gd name="connsiteX64" fmla="*/ 679254 w 1576226"/>
              <a:gd name="connsiteY64" fmla="*/ 1361148 h 1640228"/>
              <a:gd name="connsiteX65" fmla="*/ 461540 w 1576226"/>
              <a:gd name="connsiteY65" fmla="*/ 1361148 h 1640228"/>
              <a:gd name="connsiteX66" fmla="*/ 487651 w 1576226"/>
              <a:gd name="connsiteY66" fmla="*/ 1387259 h 1640228"/>
              <a:gd name="connsiteX67" fmla="*/ 461540 w 1576226"/>
              <a:gd name="connsiteY67" fmla="*/ 1413370 h 1640228"/>
              <a:gd name="connsiteX68" fmla="*/ 435429 w 1576226"/>
              <a:gd name="connsiteY68" fmla="*/ 1387259 h 1640228"/>
              <a:gd name="connsiteX69" fmla="*/ 461540 w 1576226"/>
              <a:gd name="connsiteY69" fmla="*/ 1361148 h 1640228"/>
              <a:gd name="connsiteX70" fmla="*/ 243826 w 1576226"/>
              <a:gd name="connsiteY70" fmla="*/ 1361148 h 1640228"/>
              <a:gd name="connsiteX71" fmla="*/ 269937 w 1576226"/>
              <a:gd name="connsiteY71" fmla="*/ 1387259 h 1640228"/>
              <a:gd name="connsiteX72" fmla="*/ 243826 w 1576226"/>
              <a:gd name="connsiteY72" fmla="*/ 1413370 h 1640228"/>
              <a:gd name="connsiteX73" fmla="*/ 217715 w 1576226"/>
              <a:gd name="connsiteY73" fmla="*/ 1387259 h 1640228"/>
              <a:gd name="connsiteX74" fmla="*/ 243826 w 1576226"/>
              <a:gd name="connsiteY74" fmla="*/ 1361148 h 1640228"/>
              <a:gd name="connsiteX75" fmla="*/ 26112 w 1576226"/>
              <a:gd name="connsiteY75" fmla="*/ 1361148 h 1640228"/>
              <a:gd name="connsiteX76" fmla="*/ 52223 w 1576226"/>
              <a:gd name="connsiteY76" fmla="*/ 1387259 h 1640228"/>
              <a:gd name="connsiteX77" fmla="*/ 26112 w 1576226"/>
              <a:gd name="connsiteY77" fmla="*/ 1413370 h 1640228"/>
              <a:gd name="connsiteX78" fmla="*/ 1 w 1576226"/>
              <a:gd name="connsiteY78" fmla="*/ 1387259 h 1640228"/>
              <a:gd name="connsiteX79" fmla="*/ 26112 w 1576226"/>
              <a:gd name="connsiteY79" fmla="*/ 1361148 h 1640228"/>
              <a:gd name="connsiteX80" fmla="*/ 1550111 w 1576226"/>
              <a:gd name="connsiteY80" fmla="*/ 1134290 h 1640228"/>
              <a:gd name="connsiteX81" fmla="*/ 1576222 w 1576226"/>
              <a:gd name="connsiteY81" fmla="*/ 1160401 h 1640228"/>
              <a:gd name="connsiteX82" fmla="*/ 1550111 w 1576226"/>
              <a:gd name="connsiteY82" fmla="*/ 1186512 h 1640228"/>
              <a:gd name="connsiteX83" fmla="*/ 1524000 w 1576226"/>
              <a:gd name="connsiteY83" fmla="*/ 1160401 h 1640228"/>
              <a:gd name="connsiteX84" fmla="*/ 1550111 w 1576226"/>
              <a:gd name="connsiteY84" fmla="*/ 1134290 h 1640228"/>
              <a:gd name="connsiteX85" fmla="*/ 1332397 w 1576226"/>
              <a:gd name="connsiteY85" fmla="*/ 1134290 h 1640228"/>
              <a:gd name="connsiteX86" fmla="*/ 1358508 w 1576226"/>
              <a:gd name="connsiteY86" fmla="*/ 1160401 h 1640228"/>
              <a:gd name="connsiteX87" fmla="*/ 1332397 w 1576226"/>
              <a:gd name="connsiteY87" fmla="*/ 1186512 h 1640228"/>
              <a:gd name="connsiteX88" fmla="*/ 1306286 w 1576226"/>
              <a:gd name="connsiteY88" fmla="*/ 1160401 h 1640228"/>
              <a:gd name="connsiteX89" fmla="*/ 1332397 w 1576226"/>
              <a:gd name="connsiteY89" fmla="*/ 1134290 h 1640228"/>
              <a:gd name="connsiteX90" fmla="*/ 1114684 w 1576226"/>
              <a:gd name="connsiteY90" fmla="*/ 1134290 h 1640228"/>
              <a:gd name="connsiteX91" fmla="*/ 1140795 w 1576226"/>
              <a:gd name="connsiteY91" fmla="*/ 1160401 h 1640228"/>
              <a:gd name="connsiteX92" fmla="*/ 1114684 w 1576226"/>
              <a:gd name="connsiteY92" fmla="*/ 1186512 h 1640228"/>
              <a:gd name="connsiteX93" fmla="*/ 1088573 w 1576226"/>
              <a:gd name="connsiteY93" fmla="*/ 1160401 h 1640228"/>
              <a:gd name="connsiteX94" fmla="*/ 1114684 w 1576226"/>
              <a:gd name="connsiteY94" fmla="*/ 1134290 h 1640228"/>
              <a:gd name="connsiteX95" fmla="*/ 896970 w 1576226"/>
              <a:gd name="connsiteY95" fmla="*/ 1134290 h 1640228"/>
              <a:gd name="connsiteX96" fmla="*/ 923081 w 1576226"/>
              <a:gd name="connsiteY96" fmla="*/ 1160401 h 1640228"/>
              <a:gd name="connsiteX97" fmla="*/ 896970 w 1576226"/>
              <a:gd name="connsiteY97" fmla="*/ 1186512 h 1640228"/>
              <a:gd name="connsiteX98" fmla="*/ 870859 w 1576226"/>
              <a:gd name="connsiteY98" fmla="*/ 1160401 h 1640228"/>
              <a:gd name="connsiteX99" fmla="*/ 896970 w 1576226"/>
              <a:gd name="connsiteY99" fmla="*/ 1134290 h 1640228"/>
              <a:gd name="connsiteX100" fmla="*/ 679255 w 1576226"/>
              <a:gd name="connsiteY100" fmla="*/ 1134290 h 1640228"/>
              <a:gd name="connsiteX101" fmla="*/ 705366 w 1576226"/>
              <a:gd name="connsiteY101" fmla="*/ 1160401 h 1640228"/>
              <a:gd name="connsiteX102" fmla="*/ 679255 w 1576226"/>
              <a:gd name="connsiteY102" fmla="*/ 1186512 h 1640228"/>
              <a:gd name="connsiteX103" fmla="*/ 653144 w 1576226"/>
              <a:gd name="connsiteY103" fmla="*/ 1160401 h 1640228"/>
              <a:gd name="connsiteX104" fmla="*/ 679255 w 1576226"/>
              <a:gd name="connsiteY104" fmla="*/ 1134290 h 1640228"/>
              <a:gd name="connsiteX105" fmla="*/ 461541 w 1576226"/>
              <a:gd name="connsiteY105" fmla="*/ 1134290 h 1640228"/>
              <a:gd name="connsiteX106" fmla="*/ 487652 w 1576226"/>
              <a:gd name="connsiteY106" fmla="*/ 1160401 h 1640228"/>
              <a:gd name="connsiteX107" fmla="*/ 461541 w 1576226"/>
              <a:gd name="connsiteY107" fmla="*/ 1186512 h 1640228"/>
              <a:gd name="connsiteX108" fmla="*/ 435430 w 1576226"/>
              <a:gd name="connsiteY108" fmla="*/ 1160401 h 1640228"/>
              <a:gd name="connsiteX109" fmla="*/ 461541 w 1576226"/>
              <a:gd name="connsiteY109" fmla="*/ 1134290 h 1640228"/>
              <a:gd name="connsiteX110" fmla="*/ 243827 w 1576226"/>
              <a:gd name="connsiteY110" fmla="*/ 1134290 h 1640228"/>
              <a:gd name="connsiteX111" fmla="*/ 269938 w 1576226"/>
              <a:gd name="connsiteY111" fmla="*/ 1160401 h 1640228"/>
              <a:gd name="connsiteX112" fmla="*/ 243827 w 1576226"/>
              <a:gd name="connsiteY112" fmla="*/ 1186512 h 1640228"/>
              <a:gd name="connsiteX113" fmla="*/ 217716 w 1576226"/>
              <a:gd name="connsiteY113" fmla="*/ 1160401 h 1640228"/>
              <a:gd name="connsiteX114" fmla="*/ 243827 w 1576226"/>
              <a:gd name="connsiteY114" fmla="*/ 1134290 h 1640228"/>
              <a:gd name="connsiteX115" fmla="*/ 26113 w 1576226"/>
              <a:gd name="connsiteY115" fmla="*/ 1134290 h 1640228"/>
              <a:gd name="connsiteX116" fmla="*/ 52224 w 1576226"/>
              <a:gd name="connsiteY116" fmla="*/ 1160401 h 1640228"/>
              <a:gd name="connsiteX117" fmla="*/ 26113 w 1576226"/>
              <a:gd name="connsiteY117" fmla="*/ 1186512 h 1640228"/>
              <a:gd name="connsiteX118" fmla="*/ 2 w 1576226"/>
              <a:gd name="connsiteY118" fmla="*/ 1160401 h 1640228"/>
              <a:gd name="connsiteX119" fmla="*/ 26113 w 1576226"/>
              <a:gd name="connsiteY119" fmla="*/ 1134290 h 1640228"/>
              <a:gd name="connsiteX120" fmla="*/ 1550112 w 1576226"/>
              <a:gd name="connsiteY120" fmla="*/ 907432 h 1640228"/>
              <a:gd name="connsiteX121" fmla="*/ 1576223 w 1576226"/>
              <a:gd name="connsiteY121" fmla="*/ 933543 h 1640228"/>
              <a:gd name="connsiteX122" fmla="*/ 1550112 w 1576226"/>
              <a:gd name="connsiteY122" fmla="*/ 959654 h 1640228"/>
              <a:gd name="connsiteX123" fmla="*/ 1524001 w 1576226"/>
              <a:gd name="connsiteY123" fmla="*/ 933543 h 1640228"/>
              <a:gd name="connsiteX124" fmla="*/ 1550112 w 1576226"/>
              <a:gd name="connsiteY124" fmla="*/ 907432 h 1640228"/>
              <a:gd name="connsiteX125" fmla="*/ 1332398 w 1576226"/>
              <a:gd name="connsiteY125" fmla="*/ 907432 h 1640228"/>
              <a:gd name="connsiteX126" fmla="*/ 1358509 w 1576226"/>
              <a:gd name="connsiteY126" fmla="*/ 933543 h 1640228"/>
              <a:gd name="connsiteX127" fmla="*/ 1332398 w 1576226"/>
              <a:gd name="connsiteY127" fmla="*/ 959654 h 1640228"/>
              <a:gd name="connsiteX128" fmla="*/ 1306287 w 1576226"/>
              <a:gd name="connsiteY128" fmla="*/ 933543 h 1640228"/>
              <a:gd name="connsiteX129" fmla="*/ 1332398 w 1576226"/>
              <a:gd name="connsiteY129" fmla="*/ 907432 h 1640228"/>
              <a:gd name="connsiteX130" fmla="*/ 1114685 w 1576226"/>
              <a:gd name="connsiteY130" fmla="*/ 907432 h 1640228"/>
              <a:gd name="connsiteX131" fmla="*/ 1140796 w 1576226"/>
              <a:gd name="connsiteY131" fmla="*/ 933543 h 1640228"/>
              <a:gd name="connsiteX132" fmla="*/ 1114685 w 1576226"/>
              <a:gd name="connsiteY132" fmla="*/ 959654 h 1640228"/>
              <a:gd name="connsiteX133" fmla="*/ 1088574 w 1576226"/>
              <a:gd name="connsiteY133" fmla="*/ 933543 h 1640228"/>
              <a:gd name="connsiteX134" fmla="*/ 1114685 w 1576226"/>
              <a:gd name="connsiteY134" fmla="*/ 907432 h 1640228"/>
              <a:gd name="connsiteX135" fmla="*/ 896971 w 1576226"/>
              <a:gd name="connsiteY135" fmla="*/ 907432 h 1640228"/>
              <a:gd name="connsiteX136" fmla="*/ 923082 w 1576226"/>
              <a:gd name="connsiteY136" fmla="*/ 933543 h 1640228"/>
              <a:gd name="connsiteX137" fmla="*/ 896971 w 1576226"/>
              <a:gd name="connsiteY137" fmla="*/ 959654 h 1640228"/>
              <a:gd name="connsiteX138" fmla="*/ 870860 w 1576226"/>
              <a:gd name="connsiteY138" fmla="*/ 933543 h 1640228"/>
              <a:gd name="connsiteX139" fmla="*/ 896971 w 1576226"/>
              <a:gd name="connsiteY139" fmla="*/ 907432 h 1640228"/>
              <a:gd name="connsiteX140" fmla="*/ 679256 w 1576226"/>
              <a:gd name="connsiteY140" fmla="*/ 907432 h 1640228"/>
              <a:gd name="connsiteX141" fmla="*/ 705367 w 1576226"/>
              <a:gd name="connsiteY141" fmla="*/ 933543 h 1640228"/>
              <a:gd name="connsiteX142" fmla="*/ 679256 w 1576226"/>
              <a:gd name="connsiteY142" fmla="*/ 959654 h 1640228"/>
              <a:gd name="connsiteX143" fmla="*/ 653145 w 1576226"/>
              <a:gd name="connsiteY143" fmla="*/ 933543 h 1640228"/>
              <a:gd name="connsiteX144" fmla="*/ 679256 w 1576226"/>
              <a:gd name="connsiteY144" fmla="*/ 907432 h 1640228"/>
              <a:gd name="connsiteX145" fmla="*/ 461542 w 1576226"/>
              <a:gd name="connsiteY145" fmla="*/ 907432 h 1640228"/>
              <a:gd name="connsiteX146" fmla="*/ 487653 w 1576226"/>
              <a:gd name="connsiteY146" fmla="*/ 933543 h 1640228"/>
              <a:gd name="connsiteX147" fmla="*/ 461542 w 1576226"/>
              <a:gd name="connsiteY147" fmla="*/ 959654 h 1640228"/>
              <a:gd name="connsiteX148" fmla="*/ 435431 w 1576226"/>
              <a:gd name="connsiteY148" fmla="*/ 933543 h 1640228"/>
              <a:gd name="connsiteX149" fmla="*/ 461542 w 1576226"/>
              <a:gd name="connsiteY149" fmla="*/ 907432 h 1640228"/>
              <a:gd name="connsiteX150" fmla="*/ 243828 w 1576226"/>
              <a:gd name="connsiteY150" fmla="*/ 907432 h 1640228"/>
              <a:gd name="connsiteX151" fmla="*/ 269939 w 1576226"/>
              <a:gd name="connsiteY151" fmla="*/ 933543 h 1640228"/>
              <a:gd name="connsiteX152" fmla="*/ 243828 w 1576226"/>
              <a:gd name="connsiteY152" fmla="*/ 959654 h 1640228"/>
              <a:gd name="connsiteX153" fmla="*/ 217717 w 1576226"/>
              <a:gd name="connsiteY153" fmla="*/ 933543 h 1640228"/>
              <a:gd name="connsiteX154" fmla="*/ 243828 w 1576226"/>
              <a:gd name="connsiteY154" fmla="*/ 907432 h 1640228"/>
              <a:gd name="connsiteX155" fmla="*/ 26114 w 1576226"/>
              <a:gd name="connsiteY155" fmla="*/ 907432 h 1640228"/>
              <a:gd name="connsiteX156" fmla="*/ 52225 w 1576226"/>
              <a:gd name="connsiteY156" fmla="*/ 933543 h 1640228"/>
              <a:gd name="connsiteX157" fmla="*/ 26114 w 1576226"/>
              <a:gd name="connsiteY157" fmla="*/ 959654 h 1640228"/>
              <a:gd name="connsiteX158" fmla="*/ 3 w 1576226"/>
              <a:gd name="connsiteY158" fmla="*/ 933543 h 1640228"/>
              <a:gd name="connsiteX159" fmla="*/ 26114 w 1576226"/>
              <a:gd name="connsiteY159" fmla="*/ 907432 h 1640228"/>
              <a:gd name="connsiteX160" fmla="*/ 1550113 w 1576226"/>
              <a:gd name="connsiteY160" fmla="*/ 680574 h 1640228"/>
              <a:gd name="connsiteX161" fmla="*/ 1576224 w 1576226"/>
              <a:gd name="connsiteY161" fmla="*/ 706685 h 1640228"/>
              <a:gd name="connsiteX162" fmla="*/ 1550113 w 1576226"/>
              <a:gd name="connsiteY162" fmla="*/ 732796 h 1640228"/>
              <a:gd name="connsiteX163" fmla="*/ 1524002 w 1576226"/>
              <a:gd name="connsiteY163" fmla="*/ 706685 h 1640228"/>
              <a:gd name="connsiteX164" fmla="*/ 1550113 w 1576226"/>
              <a:gd name="connsiteY164" fmla="*/ 680574 h 1640228"/>
              <a:gd name="connsiteX165" fmla="*/ 1332399 w 1576226"/>
              <a:gd name="connsiteY165" fmla="*/ 680574 h 1640228"/>
              <a:gd name="connsiteX166" fmla="*/ 1358510 w 1576226"/>
              <a:gd name="connsiteY166" fmla="*/ 706685 h 1640228"/>
              <a:gd name="connsiteX167" fmla="*/ 1332399 w 1576226"/>
              <a:gd name="connsiteY167" fmla="*/ 732796 h 1640228"/>
              <a:gd name="connsiteX168" fmla="*/ 1306288 w 1576226"/>
              <a:gd name="connsiteY168" fmla="*/ 706685 h 1640228"/>
              <a:gd name="connsiteX169" fmla="*/ 1332399 w 1576226"/>
              <a:gd name="connsiteY169" fmla="*/ 680574 h 1640228"/>
              <a:gd name="connsiteX170" fmla="*/ 1114686 w 1576226"/>
              <a:gd name="connsiteY170" fmla="*/ 680574 h 1640228"/>
              <a:gd name="connsiteX171" fmla="*/ 1140797 w 1576226"/>
              <a:gd name="connsiteY171" fmla="*/ 706685 h 1640228"/>
              <a:gd name="connsiteX172" fmla="*/ 1114686 w 1576226"/>
              <a:gd name="connsiteY172" fmla="*/ 732796 h 1640228"/>
              <a:gd name="connsiteX173" fmla="*/ 1088575 w 1576226"/>
              <a:gd name="connsiteY173" fmla="*/ 706685 h 1640228"/>
              <a:gd name="connsiteX174" fmla="*/ 1114686 w 1576226"/>
              <a:gd name="connsiteY174" fmla="*/ 680574 h 1640228"/>
              <a:gd name="connsiteX175" fmla="*/ 896972 w 1576226"/>
              <a:gd name="connsiteY175" fmla="*/ 680574 h 1640228"/>
              <a:gd name="connsiteX176" fmla="*/ 923083 w 1576226"/>
              <a:gd name="connsiteY176" fmla="*/ 706685 h 1640228"/>
              <a:gd name="connsiteX177" fmla="*/ 896972 w 1576226"/>
              <a:gd name="connsiteY177" fmla="*/ 732796 h 1640228"/>
              <a:gd name="connsiteX178" fmla="*/ 870861 w 1576226"/>
              <a:gd name="connsiteY178" fmla="*/ 706685 h 1640228"/>
              <a:gd name="connsiteX179" fmla="*/ 896972 w 1576226"/>
              <a:gd name="connsiteY179" fmla="*/ 680574 h 1640228"/>
              <a:gd name="connsiteX180" fmla="*/ 679257 w 1576226"/>
              <a:gd name="connsiteY180" fmla="*/ 680574 h 1640228"/>
              <a:gd name="connsiteX181" fmla="*/ 705368 w 1576226"/>
              <a:gd name="connsiteY181" fmla="*/ 706685 h 1640228"/>
              <a:gd name="connsiteX182" fmla="*/ 679257 w 1576226"/>
              <a:gd name="connsiteY182" fmla="*/ 732796 h 1640228"/>
              <a:gd name="connsiteX183" fmla="*/ 653146 w 1576226"/>
              <a:gd name="connsiteY183" fmla="*/ 706685 h 1640228"/>
              <a:gd name="connsiteX184" fmla="*/ 679257 w 1576226"/>
              <a:gd name="connsiteY184" fmla="*/ 680574 h 1640228"/>
              <a:gd name="connsiteX185" fmla="*/ 461543 w 1576226"/>
              <a:gd name="connsiteY185" fmla="*/ 680574 h 1640228"/>
              <a:gd name="connsiteX186" fmla="*/ 487654 w 1576226"/>
              <a:gd name="connsiteY186" fmla="*/ 706685 h 1640228"/>
              <a:gd name="connsiteX187" fmla="*/ 461543 w 1576226"/>
              <a:gd name="connsiteY187" fmla="*/ 732796 h 1640228"/>
              <a:gd name="connsiteX188" fmla="*/ 435432 w 1576226"/>
              <a:gd name="connsiteY188" fmla="*/ 706685 h 1640228"/>
              <a:gd name="connsiteX189" fmla="*/ 461543 w 1576226"/>
              <a:gd name="connsiteY189" fmla="*/ 680574 h 1640228"/>
              <a:gd name="connsiteX190" fmla="*/ 243829 w 1576226"/>
              <a:gd name="connsiteY190" fmla="*/ 680574 h 1640228"/>
              <a:gd name="connsiteX191" fmla="*/ 269940 w 1576226"/>
              <a:gd name="connsiteY191" fmla="*/ 706685 h 1640228"/>
              <a:gd name="connsiteX192" fmla="*/ 243829 w 1576226"/>
              <a:gd name="connsiteY192" fmla="*/ 732796 h 1640228"/>
              <a:gd name="connsiteX193" fmla="*/ 217718 w 1576226"/>
              <a:gd name="connsiteY193" fmla="*/ 706685 h 1640228"/>
              <a:gd name="connsiteX194" fmla="*/ 243829 w 1576226"/>
              <a:gd name="connsiteY194" fmla="*/ 680574 h 1640228"/>
              <a:gd name="connsiteX195" fmla="*/ 26115 w 1576226"/>
              <a:gd name="connsiteY195" fmla="*/ 680574 h 1640228"/>
              <a:gd name="connsiteX196" fmla="*/ 52226 w 1576226"/>
              <a:gd name="connsiteY196" fmla="*/ 706685 h 1640228"/>
              <a:gd name="connsiteX197" fmla="*/ 26115 w 1576226"/>
              <a:gd name="connsiteY197" fmla="*/ 732796 h 1640228"/>
              <a:gd name="connsiteX198" fmla="*/ 4 w 1576226"/>
              <a:gd name="connsiteY198" fmla="*/ 706685 h 1640228"/>
              <a:gd name="connsiteX199" fmla="*/ 26115 w 1576226"/>
              <a:gd name="connsiteY199" fmla="*/ 680574 h 1640228"/>
              <a:gd name="connsiteX200" fmla="*/ 26116 w 1576226"/>
              <a:gd name="connsiteY200" fmla="*/ 453717 h 1640228"/>
              <a:gd name="connsiteX201" fmla="*/ 52227 w 1576226"/>
              <a:gd name="connsiteY201" fmla="*/ 479827 h 1640228"/>
              <a:gd name="connsiteX202" fmla="*/ 26116 w 1576226"/>
              <a:gd name="connsiteY202" fmla="*/ 505939 h 1640228"/>
              <a:gd name="connsiteX203" fmla="*/ 5 w 1576226"/>
              <a:gd name="connsiteY203" fmla="*/ 479827 h 1640228"/>
              <a:gd name="connsiteX204" fmla="*/ 26116 w 1576226"/>
              <a:gd name="connsiteY204" fmla="*/ 453717 h 1640228"/>
              <a:gd name="connsiteX205" fmla="*/ 243830 w 1576226"/>
              <a:gd name="connsiteY205" fmla="*/ 453717 h 1640228"/>
              <a:gd name="connsiteX206" fmla="*/ 269941 w 1576226"/>
              <a:gd name="connsiteY206" fmla="*/ 479827 h 1640228"/>
              <a:gd name="connsiteX207" fmla="*/ 243830 w 1576226"/>
              <a:gd name="connsiteY207" fmla="*/ 505939 h 1640228"/>
              <a:gd name="connsiteX208" fmla="*/ 217719 w 1576226"/>
              <a:gd name="connsiteY208" fmla="*/ 479827 h 1640228"/>
              <a:gd name="connsiteX209" fmla="*/ 243830 w 1576226"/>
              <a:gd name="connsiteY209" fmla="*/ 453717 h 1640228"/>
              <a:gd name="connsiteX210" fmla="*/ 461544 w 1576226"/>
              <a:gd name="connsiteY210" fmla="*/ 453717 h 1640228"/>
              <a:gd name="connsiteX211" fmla="*/ 487655 w 1576226"/>
              <a:gd name="connsiteY211" fmla="*/ 479827 h 1640228"/>
              <a:gd name="connsiteX212" fmla="*/ 461544 w 1576226"/>
              <a:gd name="connsiteY212" fmla="*/ 505939 h 1640228"/>
              <a:gd name="connsiteX213" fmla="*/ 435433 w 1576226"/>
              <a:gd name="connsiteY213" fmla="*/ 479827 h 1640228"/>
              <a:gd name="connsiteX214" fmla="*/ 461544 w 1576226"/>
              <a:gd name="connsiteY214" fmla="*/ 453717 h 1640228"/>
              <a:gd name="connsiteX215" fmla="*/ 679258 w 1576226"/>
              <a:gd name="connsiteY215" fmla="*/ 453717 h 1640228"/>
              <a:gd name="connsiteX216" fmla="*/ 705369 w 1576226"/>
              <a:gd name="connsiteY216" fmla="*/ 479827 h 1640228"/>
              <a:gd name="connsiteX217" fmla="*/ 679258 w 1576226"/>
              <a:gd name="connsiteY217" fmla="*/ 505939 h 1640228"/>
              <a:gd name="connsiteX218" fmla="*/ 653147 w 1576226"/>
              <a:gd name="connsiteY218" fmla="*/ 479827 h 1640228"/>
              <a:gd name="connsiteX219" fmla="*/ 679258 w 1576226"/>
              <a:gd name="connsiteY219" fmla="*/ 453717 h 1640228"/>
              <a:gd name="connsiteX220" fmla="*/ 896973 w 1576226"/>
              <a:gd name="connsiteY220" fmla="*/ 453717 h 1640228"/>
              <a:gd name="connsiteX221" fmla="*/ 923084 w 1576226"/>
              <a:gd name="connsiteY221" fmla="*/ 479827 h 1640228"/>
              <a:gd name="connsiteX222" fmla="*/ 896973 w 1576226"/>
              <a:gd name="connsiteY222" fmla="*/ 505939 h 1640228"/>
              <a:gd name="connsiteX223" fmla="*/ 870862 w 1576226"/>
              <a:gd name="connsiteY223" fmla="*/ 479827 h 1640228"/>
              <a:gd name="connsiteX224" fmla="*/ 896973 w 1576226"/>
              <a:gd name="connsiteY224" fmla="*/ 453717 h 1640228"/>
              <a:gd name="connsiteX225" fmla="*/ 1114687 w 1576226"/>
              <a:gd name="connsiteY225" fmla="*/ 453717 h 1640228"/>
              <a:gd name="connsiteX226" fmla="*/ 1140798 w 1576226"/>
              <a:gd name="connsiteY226" fmla="*/ 479827 h 1640228"/>
              <a:gd name="connsiteX227" fmla="*/ 1114687 w 1576226"/>
              <a:gd name="connsiteY227" fmla="*/ 505938 h 1640228"/>
              <a:gd name="connsiteX228" fmla="*/ 1088576 w 1576226"/>
              <a:gd name="connsiteY228" fmla="*/ 479827 h 1640228"/>
              <a:gd name="connsiteX229" fmla="*/ 1114687 w 1576226"/>
              <a:gd name="connsiteY229" fmla="*/ 453717 h 1640228"/>
              <a:gd name="connsiteX230" fmla="*/ 1332400 w 1576226"/>
              <a:gd name="connsiteY230" fmla="*/ 453716 h 1640228"/>
              <a:gd name="connsiteX231" fmla="*/ 1358511 w 1576226"/>
              <a:gd name="connsiteY231" fmla="*/ 479827 h 1640228"/>
              <a:gd name="connsiteX232" fmla="*/ 1332400 w 1576226"/>
              <a:gd name="connsiteY232" fmla="*/ 505938 h 1640228"/>
              <a:gd name="connsiteX233" fmla="*/ 1306289 w 1576226"/>
              <a:gd name="connsiteY233" fmla="*/ 479827 h 1640228"/>
              <a:gd name="connsiteX234" fmla="*/ 1332400 w 1576226"/>
              <a:gd name="connsiteY234" fmla="*/ 453716 h 1640228"/>
              <a:gd name="connsiteX235" fmla="*/ 1550114 w 1576226"/>
              <a:gd name="connsiteY235" fmla="*/ 453716 h 1640228"/>
              <a:gd name="connsiteX236" fmla="*/ 1576225 w 1576226"/>
              <a:gd name="connsiteY236" fmla="*/ 479827 h 1640228"/>
              <a:gd name="connsiteX237" fmla="*/ 1550114 w 1576226"/>
              <a:gd name="connsiteY237" fmla="*/ 505938 h 1640228"/>
              <a:gd name="connsiteX238" fmla="*/ 1524003 w 1576226"/>
              <a:gd name="connsiteY238" fmla="*/ 479827 h 1640228"/>
              <a:gd name="connsiteX239" fmla="*/ 1550114 w 1576226"/>
              <a:gd name="connsiteY239" fmla="*/ 453716 h 1640228"/>
              <a:gd name="connsiteX240" fmla="*/ 1114688 w 1576226"/>
              <a:gd name="connsiteY240" fmla="*/ 226858 h 1640228"/>
              <a:gd name="connsiteX241" fmla="*/ 1140799 w 1576226"/>
              <a:gd name="connsiteY241" fmla="*/ 252969 h 1640228"/>
              <a:gd name="connsiteX242" fmla="*/ 1114688 w 1576226"/>
              <a:gd name="connsiteY242" fmla="*/ 279080 h 1640228"/>
              <a:gd name="connsiteX243" fmla="*/ 1088577 w 1576226"/>
              <a:gd name="connsiteY243" fmla="*/ 252969 h 1640228"/>
              <a:gd name="connsiteX244" fmla="*/ 1114688 w 1576226"/>
              <a:gd name="connsiteY244" fmla="*/ 226858 h 1640228"/>
              <a:gd name="connsiteX245" fmla="*/ 896974 w 1576226"/>
              <a:gd name="connsiteY245" fmla="*/ 226858 h 1640228"/>
              <a:gd name="connsiteX246" fmla="*/ 923085 w 1576226"/>
              <a:gd name="connsiteY246" fmla="*/ 252969 h 1640228"/>
              <a:gd name="connsiteX247" fmla="*/ 896974 w 1576226"/>
              <a:gd name="connsiteY247" fmla="*/ 279080 h 1640228"/>
              <a:gd name="connsiteX248" fmla="*/ 870863 w 1576226"/>
              <a:gd name="connsiteY248" fmla="*/ 252969 h 1640228"/>
              <a:gd name="connsiteX249" fmla="*/ 896974 w 1576226"/>
              <a:gd name="connsiteY249" fmla="*/ 226858 h 1640228"/>
              <a:gd name="connsiteX250" fmla="*/ 679259 w 1576226"/>
              <a:gd name="connsiteY250" fmla="*/ 226858 h 1640228"/>
              <a:gd name="connsiteX251" fmla="*/ 705370 w 1576226"/>
              <a:gd name="connsiteY251" fmla="*/ 252970 h 1640228"/>
              <a:gd name="connsiteX252" fmla="*/ 679259 w 1576226"/>
              <a:gd name="connsiteY252" fmla="*/ 279080 h 1640228"/>
              <a:gd name="connsiteX253" fmla="*/ 653148 w 1576226"/>
              <a:gd name="connsiteY253" fmla="*/ 252970 h 1640228"/>
              <a:gd name="connsiteX254" fmla="*/ 679259 w 1576226"/>
              <a:gd name="connsiteY254" fmla="*/ 226858 h 1640228"/>
              <a:gd name="connsiteX255" fmla="*/ 461545 w 1576226"/>
              <a:gd name="connsiteY255" fmla="*/ 226858 h 1640228"/>
              <a:gd name="connsiteX256" fmla="*/ 487656 w 1576226"/>
              <a:gd name="connsiteY256" fmla="*/ 252970 h 1640228"/>
              <a:gd name="connsiteX257" fmla="*/ 461545 w 1576226"/>
              <a:gd name="connsiteY257" fmla="*/ 279081 h 1640228"/>
              <a:gd name="connsiteX258" fmla="*/ 435434 w 1576226"/>
              <a:gd name="connsiteY258" fmla="*/ 252970 h 1640228"/>
              <a:gd name="connsiteX259" fmla="*/ 461545 w 1576226"/>
              <a:gd name="connsiteY259" fmla="*/ 226858 h 1640228"/>
              <a:gd name="connsiteX260" fmla="*/ 243831 w 1576226"/>
              <a:gd name="connsiteY260" fmla="*/ 226858 h 1640228"/>
              <a:gd name="connsiteX261" fmla="*/ 269942 w 1576226"/>
              <a:gd name="connsiteY261" fmla="*/ 252970 h 1640228"/>
              <a:gd name="connsiteX262" fmla="*/ 243831 w 1576226"/>
              <a:gd name="connsiteY262" fmla="*/ 279081 h 1640228"/>
              <a:gd name="connsiteX263" fmla="*/ 217720 w 1576226"/>
              <a:gd name="connsiteY263" fmla="*/ 252970 h 1640228"/>
              <a:gd name="connsiteX264" fmla="*/ 243831 w 1576226"/>
              <a:gd name="connsiteY264" fmla="*/ 226858 h 1640228"/>
              <a:gd name="connsiteX265" fmla="*/ 26117 w 1576226"/>
              <a:gd name="connsiteY265" fmla="*/ 226858 h 1640228"/>
              <a:gd name="connsiteX266" fmla="*/ 52228 w 1576226"/>
              <a:gd name="connsiteY266" fmla="*/ 252970 h 1640228"/>
              <a:gd name="connsiteX267" fmla="*/ 26117 w 1576226"/>
              <a:gd name="connsiteY267" fmla="*/ 279081 h 1640228"/>
              <a:gd name="connsiteX268" fmla="*/ 6 w 1576226"/>
              <a:gd name="connsiteY268" fmla="*/ 252970 h 1640228"/>
              <a:gd name="connsiteX269" fmla="*/ 26117 w 1576226"/>
              <a:gd name="connsiteY269" fmla="*/ 226858 h 1640228"/>
              <a:gd name="connsiteX270" fmla="*/ 1332401 w 1576226"/>
              <a:gd name="connsiteY270" fmla="*/ 226858 h 1640228"/>
              <a:gd name="connsiteX271" fmla="*/ 1358512 w 1576226"/>
              <a:gd name="connsiteY271" fmla="*/ 252969 h 1640228"/>
              <a:gd name="connsiteX272" fmla="*/ 1332401 w 1576226"/>
              <a:gd name="connsiteY272" fmla="*/ 279080 h 1640228"/>
              <a:gd name="connsiteX273" fmla="*/ 1306290 w 1576226"/>
              <a:gd name="connsiteY273" fmla="*/ 252969 h 1640228"/>
              <a:gd name="connsiteX274" fmla="*/ 1332401 w 1576226"/>
              <a:gd name="connsiteY274" fmla="*/ 226858 h 1640228"/>
              <a:gd name="connsiteX275" fmla="*/ 1550115 w 1576226"/>
              <a:gd name="connsiteY275" fmla="*/ 226858 h 1640228"/>
              <a:gd name="connsiteX276" fmla="*/ 1576226 w 1576226"/>
              <a:gd name="connsiteY276" fmla="*/ 252969 h 1640228"/>
              <a:gd name="connsiteX277" fmla="*/ 1550115 w 1576226"/>
              <a:gd name="connsiteY277" fmla="*/ 279080 h 1640228"/>
              <a:gd name="connsiteX278" fmla="*/ 1524004 w 1576226"/>
              <a:gd name="connsiteY278" fmla="*/ 252969 h 1640228"/>
              <a:gd name="connsiteX279" fmla="*/ 1550115 w 1576226"/>
              <a:gd name="connsiteY279" fmla="*/ 226858 h 1640228"/>
              <a:gd name="connsiteX280" fmla="*/ 26117 w 1576226"/>
              <a:gd name="connsiteY280" fmla="*/ 2 h 1640228"/>
              <a:gd name="connsiteX281" fmla="*/ 52228 w 1576226"/>
              <a:gd name="connsiteY281" fmla="*/ 26113 h 1640228"/>
              <a:gd name="connsiteX282" fmla="*/ 26117 w 1576226"/>
              <a:gd name="connsiteY282" fmla="*/ 52224 h 1640228"/>
              <a:gd name="connsiteX283" fmla="*/ 6 w 1576226"/>
              <a:gd name="connsiteY283" fmla="*/ 26113 h 1640228"/>
              <a:gd name="connsiteX284" fmla="*/ 26117 w 1576226"/>
              <a:gd name="connsiteY284" fmla="*/ 2 h 1640228"/>
              <a:gd name="connsiteX285" fmla="*/ 243831 w 1576226"/>
              <a:gd name="connsiteY285" fmla="*/ 1 h 1640228"/>
              <a:gd name="connsiteX286" fmla="*/ 269942 w 1576226"/>
              <a:gd name="connsiteY286" fmla="*/ 26112 h 1640228"/>
              <a:gd name="connsiteX287" fmla="*/ 243831 w 1576226"/>
              <a:gd name="connsiteY287" fmla="*/ 52224 h 1640228"/>
              <a:gd name="connsiteX288" fmla="*/ 217720 w 1576226"/>
              <a:gd name="connsiteY288" fmla="*/ 26112 h 1640228"/>
              <a:gd name="connsiteX289" fmla="*/ 243831 w 1576226"/>
              <a:gd name="connsiteY289" fmla="*/ 1 h 1640228"/>
              <a:gd name="connsiteX290" fmla="*/ 461545 w 1576226"/>
              <a:gd name="connsiteY290" fmla="*/ 1 h 1640228"/>
              <a:gd name="connsiteX291" fmla="*/ 487656 w 1576226"/>
              <a:gd name="connsiteY291" fmla="*/ 26112 h 1640228"/>
              <a:gd name="connsiteX292" fmla="*/ 461545 w 1576226"/>
              <a:gd name="connsiteY292" fmla="*/ 52224 h 1640228"/>
              <a:gd name="connsiteX293" fmla="*/ 435434 w 1576226"/>
              <a:gd name="connsiteY293" fmla="*/ 26112 h 1640228"/>
              <a:gd name="connsiteX294" fmla="*/ 461545 w 1576226"/>
              <a:gd name="connsiteY294" fmla="*/ 1 h 1640228"/>
              <a:gd name="connsiteX295" fmla="*/ 679259 w 1576226"/>
              <a:gd name="connsiteY295" fmla="*/ 1 h 1640228"/>
              <a:gd name="connsiteX296" fmla="*/ 705370 w 1576226"/>
              <a:gd name="connsiteY296" fmla="*/ 26112 h 1640228"/>
              <a:gd name="connsiteX297" fmla="*/ 679259 w 1576226"/>
              <a:gd name="connsiteY297" fmla="*/ 52223 h 1640228"/>
              <a:gd name="connsiteX298" fmla="*/ 653148 w 1576226"/>
              <a:gd name="connsiteY298" fmla="*/ 26112 h 1640228"/>
              <a:gd name="connsiteX299" fmla="*/ 679259 w 1576226"/>
              <a:gd name="connsiteY299" fmla="*/ 1 h 1640228"/>
              <a:gd name="connsiteX300" fmla="*/ 896974 w 1576226"/>
              <a:gd name="connsiteY300" fmla="*/ 1 h 1640228"/>
              <a:gd name="connsiteX301" fmla="*/ 923085 w 1576226"/>
              <a:gd name="connsiteY301" fmla="*/ 26112 h 1640228"/>
              <a:gd name="connsiteX302" fmla="*/ 896974 w 1576226"/>
              <a:gd name="connsiteY302" fmla="*/ 52223 h 1640228"/>
              <a:gd name="connsiteX303" fmla="*/ 870863 w 1576226"/>
              <a:gd name="connsiteY303" fmla="*/ 26112 h 1640228"/>
              <a:gd name="connsiteX304" fmla="*/ 896974 w 1576226"/>
              <a:gd name="connsiteY304" fmla="*/ 1 h 1640228"/>
              <a:gd name="connsiteX305" fmla="*/ 1114688 w 1576226"/>
              <a:gd name="connsiteY305" fmla="*/ 1 h 1640228"/>
              <a:gd name="connsiteX306" fmla="*/ 1140799 w 1576226"/>
              <a:gd name="connsiteY306" fmla="*/ 26112 h 1640228"/>
              <a:gd name="connsiteX307" fmla="*/ 1114688 w 1576226"/>
              <a:gd name="connsiteY307" fmla="*/ 52223 h 1640228"/>
              <a:gd name="connsiteX308" fmla="*/ 1088577 w 1576226"/>
              <a:gd name="connsiteY308" fmla="*/ 26112 h 1640228"/>
              <a:gd name="connsiteX309" fmla="*/ 1114688 w 1576226"/>
              <a:gd name="connsiteY309" fmla="*/ 1 h 1640228"/>
              <a:gd name="connsiteX310" fmla="*/ 1332401 w 1576226"/>
              <a:gd name="connsiteY310" fmla="*/ 0 h 1640228"/>
              <a:gd name="connsiteX311" fmla="*/ 1358512 w 1576226"/>
              <a:gd name="connsiteY311" fmla="*/ 26111 h 1640228"/>
              <a:gd name="connsiteX312" fmla="*/ 1332401 w 1576226"/>
              <a:gd name="connsiteY312" fmla="*/ 52223 h 1640228"/>
              <a:gd name="connsiteX313" fmla="*/ 1306290 w 1576226"/>
              <a:gd name="connsiteY313" fmla="*/ 26111 h 1640228"/>
              <a:gd name="connsiteX314" fmla="*/ 1332401 w 1576226"/>
              <a:gd name="connsiteY314" fmla="*/ 0 h 1640228"/>
              <a:gd name="connsiteX315" fmla="*/ 1550115 w 1576226"/>
              <a:gd name="connsiteY315" fmla="*/ 0 h 1640228"/>
              <a:gd name="connsiteX316" fmla="*/ 1576226 w 1576226"/>
              <a:gd name="connsiteY316" fmla="*/ 26111 h 1640228"/>
              <a:gd name="connsiteX317" fmla="*/ 1550115 w 1576226"/>
              <a:gd name="connsiteY317" fmla="*/ 52222 h 1640228"/>
              <a:gd name="connsiteX318" fmla="*/ 1524004 w 1576226"/>
              <a:gd name="connsiteY318" fmla="*/ 26111 h 1640228"/>
              <a:gd name="connsiteX319" fmla="*/ 1550115 w 1576226"/>
              <a:gd name="connsiteY319" fmla="*/ 0 h 16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576226" h="1640228">
                <a:moveTo>
                  <a:pt x="1550109" y="1588006"/>
                </a:moveTo>
                <a:cubicBezTo>
                  <a:pt x="1564530" y="1588006"/>
                  <a:pt x="1576220" y="1599696"/>
                  <a:pt x="1576220" y="1614117"/>
                </a:cubicBezTo>
                <a:cubicBezTo>
                  <a:pt x="1576220" y="1628538"/>
                  <a:pt x="1564530" y="1640228"/>
                  <a:pt x="1550109" y="1640228"/>
                </a:cubicBezTo>
                <a:cubicBezTo>
                  <a:pt x="1535688" y="1640228"/>
                  <a:pt x="1523998" y="1628538"/>
                  <a:pt x="1523998" y="1614117"/>
                </a:cubicBezTo>
                <a:cubicBezTo>
                  <a:pt x="1523998" y="1599696"/>
                  <a:pt x="1535688" y="1588006"/>
                  <a:pt x="1550109" y="1588006"/>
                </a:cubicBezTo>
                <a:close/>
                <a:moveTo>
                  <a:pt x="1332395" y="1588006"/>
                </a:moveTo>
                <a:cubicBezTo>
                  <a:pt x="1346816" y="1588006"/>
                  <a:pt x="1358506" y="1599696"/>
                  <a:pt x="1358506" y="1614117"/>
                </a:cubicBezTo>
                <a:cubicBezTo>
                  <a:pt x="1358506" y="1628538"/>
                  <a:pt x="1346816" y="1640228"/>
                  <a:pt x="1332395" y="1640228"/>
                </a:cubicBezTo>
                <a:cubicBezTo>
                  <a:pt x="1317974" y="1640228"/>
                  <a:pt x="1306284" y="1628538"/>
                  <a:pt x="1306284" y="1614117"/>
                </a:cubicBezTo>
                <a:cubicBezTo>
                  <a:pt x="1306284" y="1599696"/>
                  <a:pt x="1317974" y="1588006"/>
                  <a:pt x="1332395" y="1588006"/>
                </a:cubicBezTo>
                <a:close/>
                <a:moveTo>
                  <a:pt x="1114682" y="1588006"/>
                </a:moveTo>
                <a:cubicBezTo>
                  <a:pt x="1129103" y="1588006"/>
                  <a:pt x="1140793" y="1599696"/>
                  <a:pt x="1140793" y="1614117"/>
                </a:cubicBezTo>
                <a:cubicBezTo>
                  <a:pt x="1140793" y="1628538"/>
                  <a:pt x="1129103" y="1640228"/>
                  <a:pt x="1114682" y="1640228"/>
                </a:cubicBezTo>
                <a:cubicBezTo>
                  <a:pt x="1100261" y="1640228"/>
                  <a:pt x="1088571" y="1628538"/>
                  <a:pt x="1088571" y="1614117"/>
                </a:cubicBezTo>
                <a:cubicBezTo>
                  <a:pt x="1088571" y="1599696"/>
                  <a:pt x="1100261" y="1588006"/>
                  <a:pt x="1114682" y="1588006"/>
                </a:cubicBezTo>
                <a:close/>
                <a:moveTo>
                  <a:pt x="896968" y="1588006"/>
                </a:moveTo>
                <a:cubicBezTo>
                  <a:pt x="911389" y="1588006"/>
                  <a:pt x="923079" y="1599696"/>
                  <a:pt x="923079" y="1614117"/>
                </a:cubicBezTo>
                <a:cubicBezTo>
                  <a:pt x="923079" y="1628538"/>
                  <a:pt x="911389" y="1640228"/>
                  <a:pt x="896968" y="1640228"/>
                </a:cubicBezTo>
                <a:cubicBezTo>
                  <a:pt x="882547" y="1640228"/>
                  <a:pt x="870857" y="1628538"/>
                  <a:pt x="870857" y="1614117"/>
                </a:cubicBezTo>
                <a:cubicBezTo>
                  <a:pt x="870857" y="1599696"/>
                  <a:pt x="882547" y="1588006"/>
                  <a:pt x="896968" y="1588006"/>
                </a:cubicBezTo>
                <a:close/>
                <a:moveTo>
                  <a:pt x="679253" y="1588006"/>
                </a:moveTo>
                <a:cubicBezTo>
                  <a:pt x="693674" y="1588006"/>
                  <a:pt x="705364" y="1599696"/>
                  <a:pt x="705364" y="1614117"/>
                </a:cubicBezTo>
                <a:cubicBezTo>
                  <a:pt x="705364" y="1628538"/>
                  <a:pt x="693674" y="1640228"/>
                  <a:pt x="679253" y="1640228"/>
                </a:cubicBezTo>
                <a:cubicBezTo>
                  <a:pt x="664832" y="1640228"/>
                  <a:pt x="653142" y="1628538"/>
                  <a:pt x="653142" y="1614117"/>
                </a:cubicBezTo>
                <a:cubicBezTo>
                  <a:pt x="653142" y="1599696"/>
                  <a:pt x="664832" y="1588006"/>
                  <a:pt x="679253" y="1588006"/>
                </a:cubicBezTo>
                <a:close/>
                <a:moveTo>
                  <a:pt x="461539" y="1588006"/>
                </a:moveTo>
                <a:cubicBezTo>
                  <a:pt x="475960" y="1588006"/>
                  <a:pt x="487650" y="1599696"/>
                  <a:pt x="487650" y="1614117"/>
                </a:cubicBezTo>
                <a:cubicBezTo>
                  <a:pt x="487650" y="1628538"/>
                  <a:pt x="475960" y="1640228"/>
                  <a:pt x="461539" y="1640228"/>
                </a:cubicBezTo>
                <a:cubicBezTo>
                  <a:pt x="447118" y="1640228"/>
                  <a:pt x="435428" y="1628538"/>
                  <a:pt x="435428" y="1614117"/>
                </a:cubicBezTo>
                <a:cubicBezTo>
                  <a:pt x="435428" y="1599696"/>
                  <a:pt x="447118" y="1588006"/>
                  <a:pt x="461539" y="1588006"/>
                </a:cubicBezTo>
                <a:close/>
                <a:moveTo>
                  <a:pt x="243825" y="1588006"/>
                </a:moveTo>
                <a:cubicBezTo>
                  <a:pt x="258246" y="1588006"/>
                  <a:pt x="269936" y="1599696"/>
                  <a:pt x="269936" y="1614117"/>
                </a:cubicBezTo>
                <a:cubicBezTo>
                  <a:pt x="269936" y="1628538"/>
                  <a:pt x="258246" y="1640228"/>
                  <a:pt x="243825" y="1640228"/>
                </a:cubicBezTo>
                <a:cubicBezTo>
                  <a:pt x="229404" y="1640228"/>
                  <a:pt x="217714" y="1628538"/>
                  <a:pt x="217714" y="1614117"/>
                </a:cubicBezTo>
                <a:cubicBezTo>
                  <a:pt x="217714" y="1599696"/>
                  <a:pt x="229404" y="1588006"/>
                  <a:pt x="243825" y="1588006"/>
                </a:cubicBezTo>
                <a:close/>
                <a:moveTo>
                  <a:pt x="26111" y="1588006"/>
                </a:moveTo>
                <a:cubicBezTo>
                  <a:pt x="40532" y="1588006"/>
                  <a:pt x="52222" y="1599696"/>
                  <a:pt x="52222" y="1614117"/>
                </a:cubicBezTo>
                <a:cubicBezTo>
                  <a:pt x="52222" y="1628538"/>
                  <a:pt x="40532" y="1640228"/>
                  <a:pt x="26111" y="1640228"/>
                </a:cubicBezTo>
                <a:cubicBezTo>
                  <a:pt x="11690" y="1640228"/>
                  <a:pt x="0" y="1628538"/>
                  <a:pt x="0" y="1614117"/>
                </a:cubicBezTo>
                <a:cubicBezTo>
                  <a:pt x="0" y="1599696"/>
                  <a:pt x="11690" y="1588006"/>
                  <a:pt x="26111" y="1588006"/>
                </a:cubicBezTo>
                <a:close/>
                <a:moveTo>
                  <a:pt x="1550110" y="1361148"/>
                </a:moveTo>
                <a:cubicBezTo>
                  <a:pt x="1564531" y="1361148"/>
                  <a:pt x="1576221" y="1372838"/>
                  <a:pt x="1576221" y="1387259"/>
                </a:cubicBezTo>
                <a:cubicBezTo>
                  <a:pt x="1576221" y="1401680"/>
                  <a:pt x="1564531" y="1413370"/>
                  <a:pt x="1550110" y="1413370"/>
                </a:cubicBezTo>
                <a:cubicBezTo>
                  <a:pt x="1535689" y="1413370"/>
                  <a:pt x="1523999" y="1401680"/>
                  <a:pt x="1523999" y="1387259"/>
                </a:cubicBezTo>
                <a:cubicBezTo>
                  <a:pt x="1523999" y="1372838"/>
                  <a:pt x="1535689" y="1361148"/>
                  <a:pt x="1550110" y="1361148"/>
                </a:cubicBezTo>
                <a:close/>
                <a:moveTo>
                  <a:pt x="1332396" y="1361148"/>
                </a:moveTo>
                <a:cubicBezTo>
                  <a:pt x="1346817" y="1361148"/>
                  <a:pt x="1358507" y="1372838"/>
                  <a:pt x="1358507" y="1387259"/>
                </a:cubicBezTo>
                <a:cubicBezTo>
                  <a:pt x="1358507" y="1401680"/>
                  <a:pt x="1346817" y="1413370"/>
                  <a:pt x="1332396" y="1413370"/>
                </a:cubicBezTo>
                <a:cubicBezTo>
                  <a:pt x="1317975" y="1413370"/>
                  <a:pt x="1306285" y="1401680"/>
                  <a:pt x="1306285" y="1387259"/>
                </a:cubicBezTo>
                <a:cubicBezTo>
                  <a:pt x="1306285" y="1372838"/>
                  <a:pt x="1317975" y="1361148"/>
                  <a:pt x="1332396" y="1361148"/>
                </a:cubicBezTo>
                <a:close/>
                <a:moveTo>
                  <a:pt x="1114683" y="1361148"/>
                </a:moveTo>
                <a:cubicBezTo>
                  <a:pt x="1129104" y="1361148"/>
                  <a:pt x="1140794" y="1372838"/>
                  <a:pt x="1140794" y="1387259"/>
                </a:cubicBezTo>
                <a:cubicBezTo>
                  <a:pt x="1140794" y="1401680"/>
                  <a:pt x="1129104" y="1413370"/>
                  <a:pt x="1114683" y="1413370"/>
                </a:cubicBezTo>
                <a:cubicBezTo>
                  <a:pt x="1100262" y="1413370"/>
                  <a:pt x="1088572" y="1401680"/>
                  <a:pt x="1088572" y="1387259"/>
                </a:cubicBezTo>
                <a:cubicBezTo>
                  <a:pt x="1088572" y="1372838"/>
                  <a:pt x="1100262" y="1361148"/>
                  <a:pt x="1114683" y="1361148"/>
                </a:cubicBezTo>
                <a:close/>
                <a:moveTo>
                  <a:pt x="896969" y="1361148"/>
                </a:moveTo>
                <a:cubicBezTo>
                  <a:pt x="911390" y="1361148"/>
                  <a:pt x="923080" y="1372838"/>
                  <a:pt x="923080" y="1387259"/>
                </a:cubicBezTo>
                <a:cubicBezTo>
                  <a:pt x="923080" y="1401680"/>
                  <a:pt x="911390" y="1413370"/>
                  <a:pt x="896969" y="1413370"/>
                </a:cubicBezTo>
                <a:cubicBezTo>
                  <a:pt x="882548" y="1413370"/>
                  <a:pt x="870858" y="1401680"/>
                  <a:pt x="870858" y="1387259"/>
                </a:cubicBezTo>
                <a:cubicBezTo>
                  <a:pt x="870858" y="1372838"/>
                  <a:pt x="882548" y="1361148"/>
                  <a:pt x="896969" y="1361148"/>
                </a:cubicBezTo>
                <a:close/>
                <a:moveTo>
                  <a:pt x="679254" y="1361148"/>
                </a:moveTo>
                <a:cubicBezTo>
                  <a:pt x="693675" y="1361148"/>
                  <a:pt x="705365" y="1372838"/>
                  <a:pt x="705365" y="1387259"/>
                </a:cubicBezTo>
                <a:cubicBezTo>
                  <a:pt x="705365" y="1401680"/>
                  <a:pt x="693675" y="1413370"/>
                  <a:pt x="679254" y="1413370"/>
                </a:cubicBezTo>
                <a:cubicBezTo>
                  <a:pt x="664833" y="1413370"/>
                  <a:pt x="653143" y="1401680"/>
                  <a:pt x="653143" y="1387259"/>
                </a:cubicBezTo>
                <a:cubicBezTo>
                  <a:pt x="653143" y="1372838"/>
                  <a:pt x="664833" y="1361148"/>
                  <a:pt x="679254" y="1361148"/>
                </a:cubicBezTo>
                <a:close/>
                <a:moveTo>
                  <a:pt x="461540" y="1361148"/>
                </a:moveTo>
                <a:cubicBezTo>
                  <a:pt x="475961" y="1361148"/>
                  <a:pt x="487651" y="1372838"/>
                  <a:pt x="487651" y="1387259"/>
                </a:cubicBezTo>
                <a:cubicBezTo>
                  <a:pt x="487651" y="1401680"/>
                  <a:pt x="475961" y="1413370"/>
                  <a:pt x="461540" y="1413370"/>
                </a:cubicBezTo>
                <a:cubicBezTo>
                  <a:pt x="447119" y="1413370"/>
                  <a:pt x="435429" y="1401680"/>
                  <a:pt x="435429" y="1387259"/>
                </a:cubicBezTo>
                <a:cubicBezTo>
                  <a:pt x="435429" y="1372838"/>
                  <a:pt x="447119" y="1361148"/>
                  <a:pt x="461540" y="1361148"/>
                </a:cubicBezTo>
                <a:close/>
                <a:moveTo>
                  <a:pt x="243826" y="1361148"/>
                </a:moveTo>
                <a:cubicBezTo>
                  <a:pt x="258247" y="1361148"/>
                  <a:pt x="269937" y="1372838"/>
                  <a:pt x="269937" y="1387259"/>
                </a:cubicBezTo>
                <a:cubicBezTo>
                  <a:pt x="269937" y="1401680"/>
                  <a:pt x="258247" y="1413370"/>
                  <a:pt x="243826" y="1413370"/>
                </a:cubicBezTo>
                <a:cubicBezTo>
                  <a:pt x="229405" y="1413370"/>
                  <a:pt x="217715" y="1401680"/>
                  <a:pt x="217715" y="1387259"/>
                </a:cubicBezTo>
                <a:cubicBezTo>
                  <a:pt x="217715" y="1372838"/>
                  <a:pt x="229405" y="1361148"/>
                  <a:pt x="243826" y="1361148"/>
                </a:cubicBezTo>
                <a:close/>
                <a:moveTo>
                  <a:pt x="26112" y="1361148"/>
                </a:moveTo>
                <a:cubicBezTo>
                  <a:pt x="40533" y="1361148"/>
                  <a:pt x="52223" y="1372838"/>
                  <a:pt x="52223" y="1387259"/>
                </a:cubicBezTo>
                <a:cubicBezTo>
                  <a:pt x="52223" y="1401680"/>
                  <a:pt x="40533" y="1413370"/>
                  <a:pt x="26112" y="1413370"/>
                </a:cubicBezTo>
                <a:cubicBezTo>
                  <a:pt x="11691" y="1413370"/>
                  <a:pt x="1" y="1401680"/>
                  <a:pt x="1" y="1387259"/>
                </a:cubicBezTo>
                <a:cubicBezTo>
                  <a:pt x="1" y="1372838"/>
                  <a:pt x="11691" y="1361148"/>
                  <a:pt x="26112" y="1361148"/>
                </a:cubicBezTo>
                <a:close/>
                <a:moveTo>
                  <a:pt x="1550111" y="1134290"/>
                </a:moveTo>
                <a:cubicBezTo>
                  <a:pt x="1564532" y="1134290"/>
                  <a:pt x="1576222" y="1145980"/>
                  <a:pt x="1576222" y="1160401"/>
                </a:cubicBezTo>
                <a:cubicBezTo>
                  <a:pt x="1576222" y="1174822"/>
                  <a:pt x="1564532" y="1186512"/>
                  <a:pt x="1550111" y="1186512"/>
                </a:cubicBezTo>
                <a:cubicBezTo>
                  <a:pt x="1535690" y="1186512"/>
                  <a:pt x="1524000" y="1174822"/>
                  <a:pt x="1524000" y="1160401"/>
                </a:cubicBezTo>
                <a:cubicBezTo>
                  <a:pt x="1524000" y="1145980"/>
                  <a:pt x="1535690" y="1134290"/>
                  <a:pt x="1550111" y="1134290"/>
                </a:cubicBezTo>
                <a:close/>
                <a:moveTo>
                  <a:pt x="1332397" y="1134290"/>
                </a:moveTo>
                <a:cubicBezTo>
                  <a:pt x="1346818" y="1134290"/>
                  <a:pt x="1358508" y="1145980"/>
                  <a:pt x="1358508" y="1160401"/>
                </a:cubicBezTo>
                <a:cubicBezTo>
                  <a:pt x="1358508" y="1174822"/>
                  <a:pt x="1346818" y="1186512"/>
                  <a:pt x="1332397" y="1186512"/>
                </a:cubicBezTo>
                <a:cubicBezTo>
                  <a:pt x="1317976" y="1186512"/>
                  <a:pt x="1306286" y="1174822"/>
                  <a:pt x="1306286" y="1160401"/>
                </a:cubicBezTo>
                <a:cubicBezTo>
                  <a:pt x="1306286" y="1145980"/>
                  <a:pt x="1317976" y="1134290"/>
                  <a:pt x="1332397" y="1134290"/>
                </a:cubicBezTo>
                <a:close/>
                <a:moveTo>
                  <a:pt x="1114684" y="1134290"/>
                </a:moveTo>
                <a:cubicBezTo>
                  <a:pt x="1129105" y="1134290"/>
                  <a:pt x="1140795" y="1145980"/>
                  <a:pt x="1140795" y="1160401"/>
                </a:cubicBezTo>
                <a:cubicBezTo>
                  <a:pt x="1140795" y="1174822"/>
                  <a:pt x="1129105" y="1186512"/>
                  <a:pt x="1114684" y="1186512"/>
                </a:cubicBezTo>
                <a:cubicBezTo>
                  <a:pt x="1100263" y="1186512"/>
                  <a:pt x="1088573" y="1174822"/>
                  <a:pt x="1088573" y="1160401"/>
                </a:cubicBezTo>
                <a:cubicBezTo>
                  <a:pt x="1088573" y="1145980"/>
                  <a:pt x="1100263" y="1134290"/>
                  <a:pt x="1114684" y="1134290"/>
                </a:cubicBezTo>
                <a:close/>
                <a:moveTo>
                  <a:pt x="896970" y="1134290"/>
                </a:moveTo>
                <a:cubicBezTo>
                  <a:pt x="911391" y="1134290"/>
                  <a:pt x="923081" y="1145980"/>
                  <a:pt x="923081" y="1160401"/>
                </a:cubicBezTo>
                <a:cubicBezTo>
                  <a:pt x="923081" y="1174822"/>
                  <a:pt x="911391" y="1186512"/>
                  <a:pt x="896970" y="1186512"/>
                </a:cubicBezTo>
                <a:cubicBezTo>
                  <a:pt x="882549" y="1186512"/>
                  <a:pt x="870859" y="1174822"/>
                  <a:pt x="870859" y="1160401"/>
                </a:cubicBezTo>
                <a:cubicBezTo>
                  <a:pt x="870859" y="1145980"/>
                  <a:pt x="882549" y="1134290"/>
                  <a:pt x="896970" y="1134290"/>
                </a:cubicBezTo>
                <a:close/>
                <a:moveTo>
                  <a:pt x="679255" y="1134290"/>
                </a:moveTo>
                <a:cubicBezTo>
                  <a:pt x="693676" y="1134290"/>
                  <a:pt x="705366" y="1145980"/>
                  <a:pt x="705366" y="1160401"/>
                </a:cubicBezTo>
                <a:cubicBezTo>
                  <a:pt x="705366" y="1174822"/>
                  <a:pt x="693676" y="1186512"/>
                  <a:pt x="679255" y="1186512"/>
                </a:cubicBezTo>
                <a:cubicBezTo>
                  <a:pt x="664834" y="1186512"/>
                  <a:pt x="653144" y="1174822"/>
                  <a:pt x="653144" y="1160401"/>
                </a:cubicBezTo>
                <a:cubicBezTo>
                  <a:pt x="653144" y="1145980"/>
                  <a:pt x="664834" y="1134290"/>
                  <a:pt x="679255" y="1134290"/>
                </a:cubicBezTo>
                <a:close/>
                <a:moveTo>
                  <a:pt x="461541" y="1134290"/>
                </a:moveTo>
                <a:cubicBezTo>
                  <a:pt x="475962" y="1134290"/>
                  <a:pt x="487652" y="1145980"/>
                  <a:pt x="487652" y="1160401"/>
                </a:cubicBezTo>
                <a:cubicBezTo>
                  <a:pt x="487652" y="1174822"/>
                  <a:pt x="475962" y="1186512"/>
                  <a:pt x="461541" y="1186512"/>
                </a:cubicBezTo>
                <a:cubicBezTo>
                  <a:pt x="447120" y="1186512"/>
                  <a:pt x="435430" y="1174822"/>
                  <a:pt x="435430" y="1160401"/>
                </a:cubicBezTo>
                <a:cubicBezTo>
                  <a:pt x="435430" y="1145980"/>
                  <a:pt x="447120" y="1134290"/>
                  <a:pt x="461541" y="1134290"/>
                </a:cubicBezTo>
                <a:close/>
                <a:moveTo>
                  <a:pt x="243827" y="1134290"/>
                </a:moveTo>
                <a:cubicBezTo>
                  <a:pt x="258248" y="1134290"/>
                  <a:pt x="269938" y="1145980"/>
                  <a:pt x="269938" y="1160401"/>
                </a:cubicBezTo>
                <a:cubicBezTo>
                  <a:pt x="269938" y="1174822"/>
                  <a:pt x="258248" y="1186512"/>
                  <a:pt x="243827" y="1186512"/>
                </a:cubicBezTo>
                <a:cubicBezTo>
                  <a:pt x="229406" y="1186512"/>
                  <a:pt x="217716" y="1174822"/>
                  <a:pt x="217716" y="1160401"/>
                </a:cubicBezTo>
                <a:cubicBezTo>
                  <a:pt x="217716" y="1145980"/>
                  <a:pt x="229406" y="1134290"/>
                  <a:pt x="243827" y="1134290"/>
                </a:cubicBezTo>
                <a:close/>
                <a:moveTo>
                  <a:pt x="26113" y="1134290"/>
                </a:moveTo>
                <a:cubicBezTo>
                  <a:pt x="40534" y="1134290"/>
                  <a:pt x="52224" y="1145980"/>
                  <a:pt x="52224" y="1160401"/>
                </a:cubicBezTo>
                <a:cubicBezTo>
                  <a:pt x="52224" y="1174822"/>
                  <a:pt x="40534" y="1186512"/>
                  <a:pt x="26113" y="1186512"/>
                </a:cubicBezTo>
                <a:cubicBezTo>
                  <a:pt x="11692" y="1186512"/>
                  <a:pt x="2" y="1174822"/>
                  <a:pt x="2" y="1160401"/>
                </a:cubicBezTo>
                <a:cubicBezTo>
                  <a:pt x="2" y="1145980"/>
                  <a:pt x="11692" y="1134290"/>
                  <a:pt x="26113" y="1134290"/>
                </a:cubicBezTo>
                <a:close/>
                <a:moveTo>
                  <a:pt x="1550112" y="907432"/>
                </a:moveTo>
                <a:cubicBezTo>
                  <a:pt x="1564533" y="907432"/>
                  <a:pt x="1576223" y="919122"/>
                  <a:pt x="1576223" y="933543"/>
                </a:cubicBezTo>
                <a:cubicBezTo>
                  <a:pt x="1576223" y="947964"/>
                  <a:pt x="1564533" y="959654"/>
                  <a:pt x="1550112" y="959654"/>
                </a:cubicBezTo>
                <a:cubicBezTo>
                  <a:pt x="1535691" y="959654"/>
                  <a:pt x="1524001" y="947964"/>
                  <a:pt x="1524001" y="933543"/>
                </a:cubicBezTo>
                <a:cubicBezTo>
                  <a:pt x="1524001" y="919122"/>
                  <a:pt x="1535691" y="907432"/>
                  <a:pt x="1550112" y="907432"/>
                </a:cubicBezTo>
                <a:close/>
                <a:moveTo>
                  <a:pt x="1332398" y="907432"/>
                </a:moveTo>
                <a:cubicBezTo>
                  <a:pt x="1346819" y="907432"/>
                  <a:pt x="1358509" y="919122"/>
                  <a:pt x="1358509" y="933543"/>
                </a:cubicBezTo>
                <a:cubicBezTo>
                  <a:pt x="1358509" y="947964"/>
                  <a:pt x="1346819" y="959654"/>
                  <a:pt x="1332398" y="959654"/>
                </a:cubicBezTo>
                <a:cubicBezTo>
                  <a:pt x="1317977" y="959654"/>
                  <a:pt x="1306287" y="947964"/>
                  <a:pt x="1306287" y="933543"/>
                </a:cubicBezTo>
                <a:cubicBezTo>
                  <a:pt x="1306287" y="919122"/>
                  <a:pt x="1317977" y="907432"/>
                  <a:pt x="1332398" y="907432"/>
                </a:cubicBezTo>
                <a:close/>
                <a:moveTo>
                  <a:pt x="1114685" y="907432"/>
                </a:moveTo>
                <a:cubicBezTo>
                  <a:pt x="1129106" y="907432"/>
                  <a:pt x="1140796" y="919122"/>
                  <a:pt x="1140796" y="933543"/>
                </a:cubicBezTo>
                <a:cubicBezTo>
                  <a:pt x="1140796" y="947964"/>
                  <a:pt x="1129106" y="959654"/>
                  <a:pt x="1114685" y="959654"/>
                </a:cubicBezTo>
                <a:cubicBezTo>
                  <a:pt x="1100264" y="959654"/>
                  <a:pt x="1088574" y="947964"/>
                  <a:pt x="1088574" y="933543"/>
                </a:cubicBezTo>
                <a:cubicBezTo>
                  <a:pt x="1088574" y="919122"/>
                  <a:pt x="1100264" y="907432"/>
                  <a:pt x="1114685" y="907432"/>
                </a:cubicBezTo>
                <a:close/>
                <a:moveTo>
                  <a:pt x="896971" y="907432"/>
                </a:moveTo>
                <a:cubicBezTo>
                  <a:pt x="911392" y="907432"/>
                  <a:pt x="923082" y="919122"/>
                  <a:pt x="923082" y="933543"/>
                </a:cubicBezTo>
                <a:cubicBezTo>
                  <a:pt x="923082" y="947964"/>
                  <a:pt x="911392" y="959654"/>
                  <a:pt x="896971" y="959654"/>
                </a:cubicBezTo>
                <a:cubicBezTo>
                  <a:pt x="882550" y="959654"/>
                  <a:pt x="870860" y="947964"/>
                  <a:pt x="870860" y="933543"/>
                </a:cubicBezTo>
                <a:cubicBezTo>
                  <a:pt x="870860" y="919122"/>
                  <a:pt x="882550" y="907432"/>
                  <a:pt x="896971" y="907432"/>
                </a:cubicBezTo>
                <a:close/>
                <a:moveTo>
                  <a:pt x="679256" y="907432"/>
                </a:moveTo>
                <a:cubicBezTo>
                  <a:pt x="693677" y="907432"/>
                  <a:pt x="705367" y="919122"/>
                  <a:pt x="705367" y="933543"/>
                </a:cubicBezTo>
                <a:cubicBezTo>
                  <a:pt x="705367" y="947964"/>
                  <a:pt x="693677" y="959654"/>
                  <a:pt x="679256" y="959654"/>
                </a:cubicBezTo>
                <a:cubicBezTo>
                  <a:pt x="664835" y="959654"/>
                  <a:pt x="653145" y="947964"/>
                  <a:pt x="653145" y="933543"/>
                </a:cubicBezTo>
                <a:cubicBezTo>
                  <a:pt x="653145" y="919122"/>
                  <a:pt x="664835" y="907432"/>
                  <a:pt x="679256" y="907432"/>
                </a:cubicBezTo>
                <a:close/>
                <a:moveTo>
                  <a:pt x="461542" y="907432"/>
                </a:moveTo>
                <a:cubicBezTo>
                  <a:pt x="475963" y="907432"/>
                  <a:pt x="487653" y="919122"/>
                  <a:pt x="487653" y="933543"/>
                </a:cubicBezTo>
                <a:cubicBezTo>
                  <a:pt x="487653" y="947964"/>
                  <a:pt x="475963" y="959654"/>
                  <a:pt x="461542" y="959654"/>
                </a:cubicBezTo>
                <a:cubicBezTo>
                  <a:pt x="447121" y="959654"/>
                  <a:pt x="435431" y="947964"/>
                  <a:pt x="435431" y="933543"/>
                </a:cubicBezTo>
                <a:cubicBezTo>
                  <a:pt x="435431" y="919122"/>
                  <a:pt x="447121" y="907432"/>
                  <a:pt x="461542" y="907432"/>
                </a:cubicBezTo>
                <a:close/>
                <a:moveTo>
                  <a:pt x="243828" y="907432"/>
                </a:moveTo>
                <a:cubicBezTo>
                  <a:pt x="258249" y="907432"/>
                  <a:pt x="269939" y="919122"/>
                  <a:pt x="269939" y="933543"/>
                </a:cubicBezTo>
                <a:cubicBezTo>
                  <a:pt x="269939" y="947964"/>
                  <a:pt x="258249" y="959654"/>
                  <a:pt x="243828" y="959654"/>
                </a:cubicBezTo>
                <a:cubicBezTo>
                  <a:pt x="229407" y="959654"/>
                  <a:pt x="217717" y="947964"/>
                  <a:pt x="217717" y="933543"/>
                </a:cubicBezTo>
                <a:cubicBezTo>
                  <a:pt x="217717" y="919122"/>
                  <a:pt x="229407" y="907432"/>
                  <a:pt x="243828" y="907432"/>
                </a:cubicBezTo>
                <a:close/>
                <a:moveTo>
                  <a:pt x="26114" y="907432"/>
                </a:moveTo>
                <a:cubicBezTo>
                  <a:pt x="40535" y="907432"/>
                  <a:pt x="52225" y="919122"/>
                  <a:pt x="52225" y="933543"/>
                </a:cubicBezTo>
                <a:cubicBezTo>
                  <a:pt x="52225" y="947964"/>
                  <a:pt x="40535" y="959654"/>
                  <a:pt x="26114" y="959654"/>
                </a:cubicBezTo>
                <a:cubicBezTo>
                  <a:pt x="11693" y="959654"/>
                  <a:pt x="3" y="947964"/>
                  <a:pt x="3" y="933543"/>
                </a:cubicBezTo>
                <a:cubicBezTo>
                  <a:pt x="3" y="919122"/>
                  <a:pt x="11693" y="907432"/>
                  <a:pt x="26114" y="907432"/>
                </a:cubicBezTo>
                <a:close/>
                <a:moveTo>
                  <a:pt x="1550113" y="680574"/>
                </a:moveTo>
                <a:cubicBezTo>
                  <a:pt x="1564534" y="680574"/>
                  <a:pt x="1576224" y="692264"/>
                  <a:pt x="1576224" y="706685"/>
                </a:cubicBezTo>
                <a:cubicBezTo>
                  <a:pt x="1576224" y="721106"/>
                  <a:pt x="1564534" y="732796"/>
                  <a:pt x="1550113" y="732796"/>
                </a:cubicBezTo>
                <a:cubicBezTo>
                  <a:pt x="1535692" y="732796"/>
                  <a:pt x="1524002" y="721106"/>
                  <a:pt x="1524002" y="706685"/>
                </a:cubicBezTo>
                <a:cubicBezTo>
                  <a:pt x="1524002" y="692264"/>
                  <a:pt x="1535692" y="680574"/>
                  <a:pt x="1550113" y="680574"/>
                </a:cubicBezTo>
                <a:close/>
                <a:moveTo>
                  <a:pt x="1332399" y="680574"/>
                </a:moveTo>
                <a:cubicBezTo>
                  <a:pt x="1346820" y="680574"/>
                  <a:pt x="1358510" y="692264"/>
                  <a:pt x="1358510" y="706685"/>
                </a:cubicBezTo>
                <a:cubicBezTo>
                  <a:pt x="1358510" y="721106"/>
                  <a:pt x="1346820" y="732796"/>
                  <a:pt x="1332399" y="732796"/>
                </a:cubicBezTo>
                <a:cubicBezTo>
                  <a:pt x="1317978" y="732796"/>
                  <a:pt x="1306288" y="721106"/>
                  <a:pt x="1306288" y="706685"/>
                </a:cubicBezTo>
                <a:cubicBezTo>
                  <a:pt x="1306288" y="692264"/>
                  <a:pt x="1317978" y="680574"/>
                  <a:pt x="1332399" y="680574"/>
                </a:cubicBezTo>
                <a:close/>
                <a:moveTo>
                  <a:pt x="1114686" y="680574"/>
                </a:moveTo>
                <a:cubicBezTo>
                  <a:pt x="1129107" y="680574"/>
                  <a:pt x="1140797" y="692264"/>
                  <a:pt x="1140797" y="706685"/>
                </a:cubicBezTo>
                <a:cubicBezTo>
                  <a:pt x="1140797" y="721106"/>
                  <a:pt x="1129107" y="732796"/>
                  <a:pt x="1114686" y="732796"/>
                </a:cubicBezTo>
                <a:cubicBezTo>
                  <a:pt x="1100265" y="732796"/>
                  <a:pt x="1088575" y="721106"/>
                  <a:pt x="1088575" y="706685"/>
                </a:cubicBezTo>
                <a:cubicBezTo>
                  <a:pt x="1088575" y="692264"/>
                  <a:pt x="1100265" y="680574"/>
                  <a:pt x="1114686" y="680574"/>
                </a:cubicBezTo>
                <a:close/>
                <a:moveTo>
                  <a:pt x="896972" y="680574"/>
                </a:moveTo>
                <a:cubicBezTo>
                  <a:pt x="911393" y="680574"/>
                  <a:pt x="923083" y="692264"/>
                  <a:pt x="923083" y="706685"/>
                </a:cubicBezTo>
                <a:cubicBezTo>
                  <a:pt x="923083" y="721106"/>
                  <a:pt x="911393" y="732796"/>
                  <a:pt x="896972" y="732796"/>
                </a:cubicBezTo>
                <a:cubicBezTo>
                  <a:pt x="882551" y="732796"/>
                  <a:pt x="870861" y="721106"/>
                  <a:pt x="870861" y="706685"/>
                </a:cubicBezTo>
                <a:cubicBezTo>
                  <a:pt x="870861" y="692264"/>
                  <a:pt x="882551" y="680574"/>
                  <a:pt x="896972" y="680574"/>
                </a:cubicBezTo>
                <a:close/>
                <a:moveTo>
                  <a:pt x="679257" y="680574"/>
                </a:moveTo>
                <a:cubicBezTo>
                  <a:pt x="693678" y="680574"/>
                  <a:pt x="705368" y="692264"/>
                  <a:pt x="705368" y="706685"/>
                </a:cubicBezTo>
                <a:cubicBezTo>
                  <a:pt x="705368" y="721106"/>
                  <a:pt x="693678" y="732796"/>
                  <a:pt x="679257" y="732796"/>
                </a:cubicBezTo>
                <a:cubicBezTo>
                  <a:pt x="664836" y="732796"/>
                  <a:pt x="653146" y="721106"/>
                  <a:pt x="653146" y="706685"/>
                </a:cubicBezTo>
                <a:cubicBezTo>
                  <a:pt x="653146" y="692264"/>
                  <a:pt x="664836" y="680574"/>
                  <a:pt x="679257" y="680574"/>
                </a:cubicBezTo>
                <a:close/>
                <a:moveTo>
                  <a:pt x="461543" y="680574"/>
                </a:moveTo>
                <a:cubicBezTo>
                  <a:pt x="475964" y="680574"/>
                  <a:pt x="487654" y="692264"/>
                  <a:pt x="487654" y="706685"/>
                </a:cubicBezTo>
                <a:cubicBezTo>
                  <a:pt x="487654" y="721106"/>
                  <a:pt x="475964" y="732796"/>
                  <a:pt x="461543" y="732796"/>
                </a:cubicBezTo>
                <a:cubicBezTo>
                  <a:pt x="447122" y="732796"/>
                  <a:pt x="435432" y="721106"/>
                  <a:pt x="435432" y="706685"/>
                </a:cubicBezTo>
                <a:cubicBezTo>
                  <a:pt x="435432" y="692264"/>
                  <a:pt x="447122" y="680574"/>
                  <a:pt x="461543" y="680574"/>
                </a:cubicBezTo>
                <a:close/>
                <a:moveTo>
                  <a:pt x="243829" y="680574"/>
                </a:moveTo>
                <a:cubicBezTo>
                  <a:pt x="258250" y="680574"/>
                  <a:pt x="269940" y="692264"/>
                  <a:pt x="269940" y="706685"/>
                </a:cubicBezTo>
                <a:cubicBezTo>
                  <a:pt x="269940" y="721106"/>
                  <a:pt x="258250" y="732796"/>
                  <a:pt x="243829" y="732796"/>
                </a:cubicBezTo>
                <a:cubicBezTo>
                  <a:pt x="229408" y="732796"/>
                  <a:pt x="217718" y="721106"/>
                  <a:pt x="217718" y="706685"/>
                </a:cubicBezTo>
                <a:cubicBezTo>
                  <a:pt x="217718" y="692264"/>
                  <a:pt x="229408" y="680574"/>
                  <a:pt x="243829" y="680574"/>
                </a:cubicBezTo>
                <a:close/>
                <a:moveTo>
                  <a:pt x="26115" y="680574"/>
                </a:moveTo>
                <a:cubicBezTo>
                  <a:pt x="40536" y="680574"/>
                  <a:pt x="52226" y="692264"/>
                  <a:pt x="52226" y="706685"/>
                </a:cubicBezTo>
                <a:cubicBezTo>
                  <a:pt x="52226" y="721106"/>
                  <a:pt x="40536" y="732796"/>
                  <a:pt x="26115" y="732796"/>
                </a:cubicBezTo>
                <a:cubicBezTo>
                  <a:pt x="11694" y="732796"/>
                  <a:pt x="4" y="721106"/>
                  <a:pt x="4" y="706685"/>
                </a:cubicBezTo>
                <a:cubicBezTo>
                  <a:pt x="4" y="692264"/>
                  <a:pt x="11694" y="680574"/>
                  <a:pt x="26115" y="680574"/>
                </a:cubicBezTo>
                <a:close/>
                <a:moveTo>
                  <a:pt x="26116" y="453717"/>
                </a:moveTo>
                <a:cubicBezTo>
                  <a:pt x="40537" y="453717"/>
                  <a:pt x="52227" y="465407"/>
                  <a:pt x="52227" y="479827"/>
                </a:cubicBezTo>
                <a:cubicBezTo>
                  <a:pt x="52227" y="494249"/>
                  <a:pt x="40537" y="505939"/>
                  <a:pt x="26116" y="505939"/>
                </a:cubicBezTo>
                <a:cubicBezTo>
                  <a:pt x="11695" y="505939"/>
                  <a:pt x="5" y="494249"/>
                  <a:pt x="5" y="479827"/>
                </a:cubicBezTo>
                <a:cubicBezTo>
                  <a:pt x="5" y="465407"/>
                  <a:pt x="11695" y="453717"/>
                  <a:pt x="26116" y="453717"/>
                </a:cubicBezTo>
                <a:close/>
                <a:moveTo>
                  <a:pt x="243830" y="453717"/>
                </a:moveTo>
                <a:cubicBezTo>
                  <a:pt x="258251" y="453717"/>
                  <a:pt x="269941" y="465407"/>
                  <a:pt x="269941" y="479827"/>
                </a:cubicBezTo>
                <a:cubicBezTo>
                  <a:pt x="269941" y="494249"/>
                  <a:pt x="258251" y="505939"/>
                  <a:pt x="243830" y="505939"/>
                </a:cubicBezTo>
                <a:cubicBezTo>
                  <a:pt x="229409" y="505939"/>
                  <a:pt x="217719" y="494249"/>
                  <a:pt x="217719" y="479827"/>
                </a:cubicBezTo>
                <a:cubicBezTo>
                  <a:pt x="217719" y="465407"/>
                  <a:pt x="229409" y="453717"/>
                  <a:pt x="243830" y="453717"/>
                </a:cubicBezTo>
                <a:close/>
                <a:moveTo>
                  <a:pt x="461544" y="453717"/>
                </a:moveTo>
                <a:cubicBezTo>
                  <a:pt x="475965" y="453717"/>
                  <a:pt x="487655" y="465407"/>
                  <a:pt x="487655" y="479827"/>
                </a:cubicBezTo>
                <a:cubicBezTo>
                  <a:pt x="487655" y="494249"/>
                  <a:pt x="475965" y="505939"/>
                  <a:pt x="461544" y="505939"/>
                </a:cubicBezTo>
                <a:cubicBezTo>
                  <a:pt x="447123" y="505939"/>
                  <a:pt x="435433" y="494249"/>
                  <a:pt x="435433" y="479827"/>
                </a:cubicBezTo>
                <a:cubicBezTo>
                  <a:pt x="435433" y="465407"/>
                  <a:pt x="447123" y="453717"/>
                  <a:pt x="461544" y="453717"/>
                </a:cubicBezTo>
                <a:close/>
                <a:moveTo>
                  <a:pt x="679258" y="453717"/>
                </a:moveTo>
                <a:cubicBezTo>
                  <a:pt x="693679" y="453717"/>
                  <a:pt x="705369" y="465407"/>
                  <a:pt x="705369" y="479827"/>
                </a:cubicBezTo>
                <a:cubicBezTo>
                  <a:pt x="705369" y="494249"/>
                  <a:pt x="693679" y="505939"/>
                  <a:pt x="679258" y="505939"/>
                </a:cubicBezTo>
                <a:cubicBezTo>
                  <a:pt x="664837" y="505939"/>
                  <a:pt x="653147" y="494249"/>
                  <a:pt x="653147" y="479827"/>
                </a:cubicBezTo>
                <a:cubicBezTo>
                  <a:pt x="653147" y="465407"/>
                  <a:pt x="664837" y="453717"/>
                  <a:pt x="679258" y="453717"/>
                </a:cubicBezTo>
                <a:close/>
                <a:moveTo>
                  <a:pt x="896973" y="453717"/>
                </a:moveTo>
                <a:cubicBezTo>
                  <a:pt x="911394" y="453717"/>
                  <a:pt x="923084" y="465406"/>
                  <a:pt x="923084" y="479827"/>
                </a:cubicBezTo>
                <a:cubicBezTo>
                  <a:pt x="923084" y="494248"/>
                  <a:pt x="911394" y="505939"/>
                  <a:pt x="896973" y="505939"/>
                </a:cubicBezTo>
                <a:cubicBezTo>
                  <a:pt x="882552" y="505939"/>
                  <a:pt x="870862" y="494248"/>
                  <a:pt x="870862" y="479827"/>
                </a:cubicBezTo>
                <a:cubicBezTo>
                  <a:pt x="870862" y="465406"/>
                  <a:pt x="882552" y="453717"/>
                  <a:pt x="896973" y="453717"/>
                </a:cubicBezTo>
                <a:close/>
                <a:moveTo>
                  <a:pt x="1114687" y="453717"/>
                </a:moveTo>
                <a:cubicBezTo>
                  <a:pt x="1129108" y="453717"/>
                  <a:pt x="1140798" y="465406"/>
                  <a:pt x="1140798" y="479827"/>
                </a:cubicBezTo>
                <a:cubicBezTo>
                  <a:pt x="1140798" y="494248"/>
                  <a:pt x="1129108" y="505938"/>
                  <a:pt x="1114687" y="505938"/>
                </a:cubicBezTo>
                <a:cubicBezTo>
                  <a:pt x="1100266" y="505938"/>
                  <a:pt x="1088576" y="494248"/>
                  <a:pt x="1088576" y="479827"/>
                </a:cubicBezTo>
                <a:cubicBezTo>
                  <a:pt x="1088576" y="465406"/>
                  <a:pt x="1100266" y="453717"/>
                  <a:pt x="1114687" y="453717"/>
                </a:cubicBezTo>
                <a:close/>
                <a:moveTo>
                  <a:pt x="1332400" y="453716"/>
                </a:moveTo>
                <a:cubicBezTo>
                  <a:pt x="1346821" y="453716"/>
                  <a:pt x="1358511" y="465406"/>
                  <a:pt x="1358511" y="479827"/>
                </a:cubicBezTo>
                <a:cubicBezTo>
                  <a:pt x="1358511" y="494248"/>
                  <a:pt x="1346821" y="505938"/>
                  <a:pt x="1332400" y="505938"/>
                </a:cubicBezTo>
                <a:cubicBezTo>
                  <a:pt x="1317979" y="505938"/>
                  <a:pt x="1306289" y="494248"/>
                  <a:pt x="1306289" y="479827"/>
                </a:cubicBezTo>
                <a:cubicBezTo>
                  <a:pt x="1306289" y="465406"/>
                  <a:pt x="1317979" y="453716"/>
                  <a:pt x="1332400" y="453716"/>
                </a:cubicBezTo>
                <a:close/>
                <a:moveTo>
                  <a:pt x="1550114" y="453716"/>
                </a:moveTo>
                <a:cubicBezTo>
                  <a:pt x="1564535" y="453716"/>
                  <a:pt x="1576225" y="465406"/>
                  <a:pt x="1576225" y="479827"/>
                </a:cubicBezTo>
                <a:cubicBezTo>
                  <a:pt x="1576225" y="494248"/>
                  <a:pt x="1564535" y="505938"/>
                  <a:pt x="1550114" y="505938"/>
                </a:cubicBezTo>
                <a:cubicBezTo>
                  <a:pt x="1535693" y="505938"/>
                  <a:pt x="1524003" y="494248"/>
                  <a:pt x="1524003" y="479827"/>
                </a:cubicBezTo>
                <a:cubicBezTo>
                  <a:pt x="1524003" y="465406"/>
                  <a:pt x="1535693" y="453716"/>
                  <a:pt x="1550114" y="453716"/>
                </a:cubicBezTo>
                <a:close/>
                <a:moveTo>
                  <a:pt x="1114688" y="226858"/>
                </a:moveTo>
                <a:cubicBezTo>
                  <a:pt x="1129109" y="226858"/>
                  <a:pt x="1140799" y="238548"/>
                  <a:pt x="1140799" y="252969"/>
                </a:cubicBezTo>
                <a:cubicBezTo>
                  <a:pt x="1140799" y="267390"/>
                  <a:pt x="1129109" y="279080"/>
                  <a:pt x="1114688" y="279080"/>
                </a:cubicBezTo>
                <a:cubicBezTo>
                  <a:pt x="1100267" y="279080"/>
                  <a:pt x="1088577" y="267390"/>
                  <a:pt x="1088577" y="252969"/>
                </a:cubicBezTo>
                <a:cubicBezTo>
                  <a:pt x="1088577" y="238548"/>
                  <a:pt x="1100267" y="226858"/>
                  <a:pt x="1114688" y="226858"/>
                </a:cubicBezTo>
                <a:close/>
                <a:moveTo>
                  <a:pt x="896974" y="226858"/>
                </a:moveTo>
                <a:cubicBezTo>
                  <a:pt x="911395" y="226858"/>
                  <a:pt x="923085" y="238548"/>
                  <a:pt x="923085" y="252969"/>
                </a:cubicBezTo>
                <a:cubicBezTo>
                  <a:pt x="923085" y="267390"/>
                  <a:pt x="911395" y="279080"/>
                  <a:pt x="896974" y="279080"/>
                </a:cubicBezTo>
                <a:cubicBezTo>
                  <a:pt x="882553" y="279080"/>
                  <a:pt x="870863" y="267390"/>
                  <a:pt x="870863" y="252969"/>
                </a:cubicBezTo>
                <a:cubicBezTo>
                  <a:pt x="870863" y="238548"/>
                  <a:pt x="882553" y="226858"/>
                  <a:pt x="896974" y="226858"/>
                </a:cubicBezTo>
                <a:close/>
                <a:moveTo>
                  <a:pt x="679259" y="226858"/>
                </a:moveTo>
                <a:cubicBezTo>
                  <a:pt x="693680" y="226858"/>
                  <a:pt x="705370" y="238548"/>
                  <a:pt x="705370" y="252970"/>
                </a:cubicBezTo>
                <a:cubicBezTo>
                  <a:pt x="705370" y="267391"/>
                  <a:pt x="693680" y="279080"/>
                  <a:pt x="679259" y="279080"/>
                </a:cubicBezTo>
                <a:cubicBezTo>
                  <a:pt x="664838" y="279080"/>
                  <a:pt x="653148" y="267391"/>
                  <a:pt x="653148" y="252970"/>
                </a:cubicBezTo>
                <a:cubicBezTo>
                  <a:pt x="653148" y="238548"/>
                  <a:pt x="664838" y="226858"/>
                  <a:pt x="679259" y="226858"/>
                </a:cubicBezTo>
                <a:close/>
                <a:moveTo>
                  <a:pt x="461545" y="226858"/>
                </a:moveTo>
                <a:cubicBezTo>
                  <a:pt x="475966" y="226858"/>
                  <a:pt x="487656" y="238549"/>
                  <a:pt x="487656" y="252970"/>
                </a:cubicBezTo>
                <a:cubicBezTo>
                  <a:pt x="487656" y="267391"/>
                  <a:pt x="475966" y="279081"/>
                  <a:pt x="461545" y="279081"/>
                </a:cubicBezTo>
                <a:cubicBezTo>
                  <a:pt x="447124" y="279081"/>
                  <a:pt x="435434" y="267391"/>
                  <a:pt x="435434" y="252970"/>
                </a:cubicBezTo>
                <a:cubicBezTo>
                  <a:pt x="435434" y="238549"/>
                  <a:pt x="447124" y="226858"/>
                  <a:pt x="461545" y="226858"/>
                </a:cubicBezTo>
                <a:close/>
                <a:moveTo>
                  <a:pt x="243831" y="226858"/>
                </a:moveTo>
                <a:cubicBezTo>
                  <a:pt x="258252" y="226858"/>
                  <a:pt x="269942" y="238549"/>
                  <a:pt x="269942" y="252970"/>
                </a:cubicBezTo>
                <a:cubicBezTo>
                  <a:pt x="269942" y="267391"/>
                  <a:pt x="258252" y="279081"/>
                  <a:pt x="243831" y="279081"/>
                </a:cubicBezTo>
                <a:cubicBezTo>
                  <a:pt x="229410" y="279081"/>
                  <a:pt x="217720" y="267391"/>
                  <a:pt x="217720" y="252970"/>
                </a:cubicBezTo>
                <a:cubicBezTo>
                  <a:pt x="217720" y="238549"/>
                  <a:pt x="229410" y="226858"/>
                  <a:pt x="243831" y="226858"/>
                </a:cubicBezTo>
                <a:close/>
                <a:moveTo>
                  <a:pt x="26117" y="226858"/>
                </a:moveTo>
                <a:cubicBezTo>
                  <a:pt x="40538" y="226858"/>
                  <a:pt x="52228" y="238549"/>
                  <a:pt x="52228" y="252970"/>
                </a:cubicBezTo>
                <a:cubicBezTo>
                  <a:pt x="52228" y="267391"/>
                  <a:pt x="40538" y="279081"/>
                  <a:pt x="26117" y="279081"/>
                </a:cubicBezTo>
                <a:cubicBezTo>
                  <a:pt x="11696" y="279081"/>
                  <a:pt x="6" y="267391"/>
                  <a:pt x="6" y="252970"/>
                </a:cubicBezTo>
                <a:cubicBezTo>
                  <a:pt x="6" y="238549"/>
                  <a:pt x="11696" y="226858"/>
                  <a:pt x="26117" y="226858"/>
                </a:cubicBezTo>
                <a:close/>
                <a:moveTo>
                  <a:pt x="1332401" y="226858"/>
                </a:moveTo>
                <a:cubicBezTo>
                  <a:pt x="1346822" y="226858"/>
                  <a:pt x="1358512" y="238548"/>
                  <a:pt x="1358512" y="252969"/>
                </a:cubicBezTo>
                <a:cubicBezTo>
                  <a:pt x="1358512" y="267390"/>
                  <a:pt x="1346822" y="279080"/>
                  <a:pt x="1332401" y="279080"/>
                </a:cubicBezTo>
                <a:cubicBezTo>
                  <a:pt x="1317980" y="279080"/>
                  <a:pt x="1306290" y="267390"/>
                  <a:pt x="1306290" y="252969"/>
                </a:cubicBezTo>
                <a:cubicBezTo>
                  <a:pt x="1306290" y="238548"/>
                  <a:pt x="1317980" y="226858"/>
                  <a:pt x="1332401" y="226858"/>
                </a:cubicBezTo>
                <a:close/>
                <a:moveTo>
                  <a:pt x="1550115" y="226858"/>
                </a:moveTo>
                <a:cubicBezTo>
                  <a:pt x="1564536" y="226858"/>
                  <a:pt x="1576226" y="238548"/>
                  <a:pt x="1576226" y="252969"/>
                </a:cubicBezTo>
                <a:cubicBezTo>
                  <a:pt x="1576226" y="267390"/>
                  <a:pt x="1564536" y="279080"/>
                  <a:pt x="1550115" y="279080"/>
                </a:cubicBezTo>
                <a:cubicBezTo>
                  <a:pt x="1535694" y="279080"/>
                  <a:pt x="1524004" y="267390"/>
                  <a:pt x="1524004" y="252969"/>
                </a:cubicBezTo>
                <a:cubicBezTo>
                  <a:pt x="1524004" y="238548"/>
                  <a:pt x="1535694" y="226858"/>
                  <a:pt x="1550115" y="226858"/>
                </a:cubicBezTo>
                <a:close/>
                <a:moveTo>
                  <a:pt x="26117" y="2"/>
                </a:moveTo>
                <a:cubicBezTo>
                  <a:pt x="40538" y="2"/>
                  <a:pt x="52228" y="11692"/>
                  <a:pt x="52228" y="26113"/>
                </a:cubicBezTo>
                <a:cubicBezTo>
                  <a:pt x="52228" y="40534"/>
                  <a:pt x="40538" y="52224"/>
                  <a:pt x="26117" y="52224"/>
                </a:cubicBezTo>
                <a:cubicBezTo>
                  <a:pt x="11696" y="52224"/>
                  <a:pt x="6" y="40534"/>
                  <a:pt x="6" y="26113"/>
                </a:cubicBezTo>
                <a:cubicBezTo>
                  <a:pt x="6" y="11692"/>
                  <a:pt x="11696" y="2"/>
                  <a:pt x="26117" y="2"/>
                </a:cubicBezTo>
                <a:close/>
                <a:moveTo>
                  <a:pt x="243831" y="1"/>
                </a:moveTo>
                <a:cubicBezTo>
                  <a:pt x="258252" y="1"/>
                  <a:pt x="269942" y="11691"/>
                  <a:pt x="269942" y="26112"/>
                </a:cubicBezTo>
                <a:cubicBezTo>
                  <a:pt x="269942" y="40534"/>
                  <a:pt x="258252" y="52224"/>
                  <a:pt x="243831" y="52224"/>
                </a:cubicBezTo>
                <a:cubicBezTo>
                  <a:pt x="229410" y="52224"/>
                  <a:pt x="217720" y="40534"/>
                  <a:pt x="217720" y="26112"/>
                </a:cubicBezTo>
                <a:cubicBezTo>
                  <a:pt x="217720" y="11691"/>
                  <a:pt x="229410" y="1"/>
                  <a:pt x="243831" y="1"/>
                </a:cubicBezTo>
                <a:close/>
                <a:moveTo>
                  <a:pt x="461545" y="1"/>
                </a:moveTo>
                <a:cubicBezTo>
                  <a:pt x="475966" y="1"/>
                  <a:pt x="487656" y="11691"/>
                  <a:pt x="487656" y="26112"/>
                </a:cubicBezTo>
                <a:cubicBezTo>
                  <a:pt x="487656" y="40534"/>
                  <a:pt x="475966" y="52224"/>
                  <a:pt x="461545" y="52224"/>
                </a:cubicBezTo>
                <a:cubicBezTo>
                  <a:pt x="447124" y="52224"/>
                  <a:pt x="435434" y="40534"/>
                  <a:pt x="435434" y="26112"/>
                </a:cubicBezTo>
                <a:cubicBezTo>
                  <a:pt x="435434" y="11691"/>
                  <a:pt x="447124" y="1"/>
                  <a:pt x="461545" y="1"/>
                </a:cubicBezTo>
                <a:close/>
                <a:moveTo>
                  <a:pt x="679259" y="1"/>
                </a:moveTo>
                <a:cubicBezTo>
                  <a:pt x="693680" y="1"/>
                  <a:pt x="705370" y="11691"/>
                  <a:pt x="705370" y="26112"/>
                </a:cubicBezTo>
                <a:cubicBezTo>
                  <a:pt x="705370" y="40533"/>
                  <a:pt x="693680" y="52223"/>
                  <a:pt x="679259" y="52223"/>
                </a:cubicBezTo>
                <a:cubicBezTo>
                  <a:pt x="664838" y="52223"/>
                  <a:pt x="653148" y="40533"/>
                  <a:pt x="653148" y="26112"/>
                </a:cubicBezTo>
                <a:cubicBezTo>
                  <a:pt x="653148" y="11691"/>
                  <a:pt x="664838" y="1"/>
                  <a:pt x="679259" y="1"/>
                </a:cubicBezTo>
                <a:close/>
                <a:moveTo>
                  <a:pt x="896974" y="1"/>
                </a:moveTo>
                <a:cubicBezTo>
                  <a:pt x="911395" y="1"/>
                  <a:pt x="923085" y="11691"/>
                  <a:pt x="923085" y="26112"/>
                </a:cubicBezTo>
                <a:cubicBezTo>
                  <a:pt x="923085" y="40533"/>
                  <a:pt x="911395" y="52223"/>
                  <a:pt x="896974" y="52223"/>
                </a:cubicBezTo>
                <a:cubicBezTo>
                  <a:pt x="882553" y="52223"/>
                  <a:pt x="870863" y="40533"/>
                  <a:pt x="870863" y="26112"/>
                </a:cubicBezTo>
                <a:cubicBezTo>
                  <a:pt x="870863" y="11691"/>
                  <a:pt x="882553" y="1"/>
                  <a:pt x="896974" y="1"/>
                </a:cubicBezTo>
                <a:close/>
                <a:moveTo>
                  <a:pt x="1114688" y="1"/>
                </a:moveTo>
                <a:cubicBezTo>
                  <a:pt x="1129109" y="1"/>
                  <a:pt x="1140799" y="11691"/>
                  <a:pt x="1140799" y="26112"/>
                </a:cubicBezTo>
                <a:cubicBezTo>
                  <a:pt x="1140799" y="40533"/>
                  <a:pt x="1129109" y="52223"/>
                  <a:pt x="1114688" y="52223"/>
                </a:cubicBezTo>
                <a:cubicBezTo>
                  <a:pt x="1100267" y="52223"/>
                  <a:pt x="1088577" y="40533"/>
                  <a:pt x="1088577" y="26112"/>
                </a:cubicBezTo>
                <a:cubicBezTo>
                  <a:pt x="1088577" y="11691"/>
                  <a:pt x="1100267" y="1"/>
                  <a:pt x="1114688" y="1"/>
                </a:cubicBezTo>
                <a:close/>
                <a:moveTo>
                  <a:pt x="1332401" y="0"/>
                </a:moveTo>
                <a:cubicBezTo>
                  <a:pt x="1346822" y="0"/>
                  <a:pt x="1358512" y="11690"/>
                  <a:pt x="1358512" y="26111"/>
                </a:cubicBezTo>
                <a:cubicBezTo>
                  <a:pt x="1358512" y="40533"/>
                  <a:pt x="1346822" y="52223"/>
                  <a:pt x="1332401" y="52223"/>
                </a:cubicBezTo>
                <a:cubicBezTo>
                  <a:pt x="1317980" y="52223"/>
                  <a:pt x="1306290" y="40533"/>
                  <a:pt x="1306290" y="26111"/>
                </a:cubicBezTo>
                <a:cubicBezTo>
                  <a:pt x="1306290" y="11690"/>
                  <a:pt x="1317980" y="0"/>
                  <a:pt x="1332401" y="0"/>
                </a:cubicBezTo>
                <a:close/>
                <a:moveTo>
                  <a:pt x="1550115" y="0"/>
                </a:moveTo>
                <a:cubicBezTo>
                  <a:pt x="1564536" y="0"/>
                  <a:pt x="1576226" y="11690"/>
                  <a:pt x="1576226" y="26111"/>
                </a:cubicBezTo>
                <a:cubicBezTo>
                  <a:pt x="1576226" y="40532"/>
                  <a:pt x="1564536" y="52222"/>
                  <a:pt x="1550115" y="52222"/>
                </a:cubicBezTo>
                <a:cubicBezTo>
                  <a:pt x="1535694" y="52222"/>
                  <a:pt x="1524004" y="40532"/>
                  <a:pt x="1524004" y="26111"/>
                </a:cubicBezTo>
                <a:cubicBezTo>
                  <a:pt x="1524004" y="11690"/>
                  <a:pt x="1535694" y="0"/>
                  <a:pt x="15501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A63053-E428-2EB5-BD25-EECAC5B84D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76153" y="46953"/>
            <a:ext cx="755617" cy="7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86385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034EC-6193-4F2B-AE53-EB3A3059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43459-4D77-4132-935B-3D1713D45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56CB9-A51B-46D5-81AE-442C5FABB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3BAA076-11CA-4E5B-9D8E-193E8DEC6B4E}" type="datetimeFigureOut">
              <a:rPr lang="id-ID" smtClean="0"/>
              <a:pPr/>
              <a:t>17/12/2025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9413B-6BBD-4F77-946D-85FE8447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6908D-30CF-45F5-B0B0-444863C8B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AE4012-5670-4264-9349-CBC835CAB761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20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63" r:id="rId11"/>
    <p:sldLayoutId id="214748367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US Army" panose="020B0506030202020204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US Army" panose="020B0506030202020204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S Army" panose="020B0506030202020204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S Army" panose="020B0506030202020204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S Army" panose="020B0506030202020204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S Army" panose="020B0506030202020204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504A88-E93E-B388-0F19-599FCA11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6ACB2-F0CE-0439-C843-FC8087AD68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49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C79B-9C20-6193-A73F-D0957DED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0382397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7BD8-3AA9-3CAA-60C3-D38F8C90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86140"/>
      </p:ext>
    </p:extLst>
  </p:cSld>
  <p:clrMapOvr>
    <a:masterClrMapping/>
  </p:clrMapOvr>
</p:sld>
</file>

<file path=ppt/theme/theme1.xml><?xml version="1.0" encoding="utf-8"?>
<a:theme xmlns:a="http://schemas.openxmlformats.org/drawingml/2006/main" name="AI2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US Army</vt:lpstr>
      <vt:lpstr>AI2C</vt:lpstr>
      <vt:lpstr>PowerPoint Presentation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19</cp:revision>
  <dcterms:created xsi:type="dcterms:W3CDTF">2024-10-01T14:45:26Z</dcterms:created>
  <dcterms:modified xsi:type="dcterms:W3CDTF">2025-12-17T18:53:53Z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